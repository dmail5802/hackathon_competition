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7" r:id="rId2"/>
    <p:sldId id="258" r:id="rId3"/>
    <p:sldId id="263" r:id="rId4"/>
    <p:sldId id="261" r:id="rId5"/>
    <p:sldId id="260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F7F5C5-5D92-003F-7452-B2B7749D4642}" v="624" dt="2026-02-28T20:58:17.292"/>
    <p1510:client id="{716F47B6-388F-B64A-3513-975C7EA96578}" v="324" dt="2026-02-28T20:29:56.071"/>
    <p1510:client id="{FA9F7397-AC26-1A94-8469-3EB642366FE5}" v="179" dt="2026-02-28T20:30:54.096"/>
    <p1510:client id="{FBCA8E88-E3FE-47C8-8EF5-290E61AC6385}" v="25" dt="2026-02-28T20:04:29.1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mar, Pronob" userId="d02b49e2-ad8b-46c0-979e-129feda16720" providerId="ADAL" clId="{B41445B4-506B-42E6-847C-AFF3E665062E}"/>
    <pc:docChg chg="addSld delSld modSld sldOrd">
      <pc:chgData name="Kumar, Pronob" userId="d02b49e2-ad8b-46c0-979e-129feda16720" providerId="ADAL" clId="{B41445B4-506B-42E6-847C-AFF3E665062E}" dt="2026-02-28T20:04:29.196" v="30" actId="20577"/>
      <pc:docMkLst>
        <pc:docMk/>
      </pc:docMkLst>
      <pc:sldChg chg="new del">
        <pc:chgData name="Kumar, Pronob" userId="d02b49e2-ad8b-46c0-979e-129feda16720" providerId="ADAL" clId="{B41445B4-506B-42E6-847C-AFF3E665062E}" dt="2026-02-28T19:51:24.336" v="2" actId="47"/>
        <pc:sldMkLst>
          <pc:docMk/>
          <pc:sldMk cId="3106588951" sldId="256"/>
        </pc:sldMkLst>
      </pc:sldChg>
      <pc:sldChg chg="addSp delSp modSp new mod">
        <pc:chgData name="Kumar, Pronob" userId="d02b49e2-ad8b-46c0-979e-129feda16720" providerId="ADAL" clId="{B41445B4-506B-42E6-847C-AFF3E665062E}" dt="2026-02-28T20:04:01.373" v="6"/>
        <pc:sldMkLst>
          <pc:docMk/>
          <pc:sldMk cId="2287566913" sldId="257"/>
        </pc:sldMkLst>
        <pc:spChg chg="add del mod">
          <ac:chgData name="Kumar, Pronob" userId="d02b49e2-ad8b-46c0-979e-129feda16720" providerId="ADAL" clId="{B41445B4-506B-42E6-847C-AFF3E665062E}" dt="2026-02-28T20:04:01.373" v="6"/>
          <ac:spMkLst>
            <pc:docMk/>
            <pc:sldMk cId="2287566913" sldId="257"/>
            <ac:spMk id="2" creationId="{B98CF39B-A407-A625-8479-39FC33EB33BA}"/>
          </ac:spMkLst>
        </pc:spChg>
      </pc:sldChg>
      <pc:sldChg chg="addSp modSp new mod ord">
        <pc:chgData name="Kumar, Pronob" userId="d02b49e2-ad8b-46c0-979e-129feda16720" providerId="ADAL" clId="{B41445B4-506B-42E6-847C-AFF3E665062E}" dt="2026-02-28T20:04:19.287" v="22"/>
        <pc:sldMkLst>
          <pc:docMk/>
          <pc:sldMk cId="2557246359" sldId="259"/>
        </pc:sldMkLst>
        <pc:spChg chg="add mod">
          <ac:chgData name="Kumar, Pronob" userId="d02b49e2-ad8b-46c0-979e-129feda16720" providerId="ADAL" clId="{B41445B4-506B-42E6-847C-AFF3E665062E}" dt="2026-02-28T20:04:12.985" v="19" actId="20577"/>
          <ac:spMkLst>
            <pc:docMk/>
            <pc:sldMk cId="2557246359" sldId="259"/>
            <ac:spMk id="2" creationId="{34B13AE6-6445-05CA-312E-2376A93A06DE}"/>
          </ac:spMkLst>
        </pc:spChg>
      </pc:sldChg>
      <pc:sldChg chg="addSp modSp new mod">
        <pc:chgData name="Kumar, Pronob" userId="d02b49e2-ad8b-46c0-979e-129feda16720" providerId="ADAL" clId="{B41445B4-506B-42E6-847C-AFF3E665062E}" dt="2026-02-28T20:04:29.196" v="30" actId="20577"/>
        <pc:sldMkLst>
          <pc:docMk/>
          <pc:sldMk cId="3542396603" sldId="260"/>
        </pc:sldMkLst>
        <pc:spChg chg="add mod">
          <ac:chgData name="Kumar, Pronob" userId="d02b49e2-ad8b-46c0-979e-129feda16720" providerId="ADAL" clId="{B41445B4-506B-42E6-847C-AFF3E665062E}" dt="2026-02-28T20:04:29.196" v="30" actId="20577"/>
          <ac:spMkLst>
            <pc:docMk/>
            <pc:sldMk cId="3542396603" sldId="260"/>
            <ac:spMk id="2" creationId="{B108EAAF-A577-EC42-D41E-E9B6F8B770AB}"/>
          </ac:spMkLst>
        </pc:spChg>
      </pc:sldChg>
    </pc:docChg>
  </pc:docChgLst>
  <pc:docChgLst>
    <pc:chgData name="Weber, Walter E" userId="S::ke9712wb@go.minnstate.edu::04fb7385-cd6c-43f1-bcbc-0e8fd80cc4d2" providerId="AD" clId="Web-{4CF7F5C5-5D92-003F-7452-B2B7749D4642}"/>
    <pc:docChg chg="addSld modSld">
      <pc:chgData name="Weber, Walter E" userId="S::ke9712wb@go.minnstate.edu::04fb7385-cd6c-43f1-bcbc-0e8fd80cc4d2" providerId="AD" clId="Web-{4CF7F5C5-5D92-003F-7452-B2B7749D4642}" dt="2026-02-28T20:58:17.292" v="348" actId="1076"/>
      <pc:docMkLst>
        <pc:docMk/>
      </pc:docMkLst>
      <pc:sldChg chg="addSp delSp modSp new">
        <pc:chgData name="Weber, Walter E" userId="S::ke9712wb@go.minnstate.edu::04fb7385-cd6c-43f1-bcbc-0e8fd80cc4d2" providerId="AD" clId="Web-{4CF7F5C5-5D92-003F-7452-B2B7749D4642}" dt="2026-02-28T20:56:07.356" v="294" actId="1076"/>
        <pc:sldMkLst>
          <pc:docMk/>
          <pc:sldMk cId="1461446620" sldId="258"/>
        </pc:sldMkLst>
        <pc:spChg chg="add del">
          <ac:chgData name="Weber, Walter E" userId="S::ke9712wb@go.minnstate.edu::04fb7385-cd6c-43f1-bcbc-0e8fd80cc4d2" providerId="AD" clId="Web-{4CF7F5C5-5D92-003F-7452-B2B7749D4642}" dt="2026-02-28T20:10:56.278" v="24"/>
          <ac:spMkLst>
            <pc:docMk/>
            <pc:sldMk cId="1461446620" sldId="258"/>
            <ac:spMk id="2" creationId="{78F233BD-913D-7222-7950-7D84C378BF42}"/>
          </ac:spMkLst>
        </pc:spChg>
        <pc:spChg chg="add mod">
          <ac:chgData name="Weber, Walter E" userId="S::ke9712wb@go.minnstate.edu::04fb7385-cd6c-43f1-bcbc-0e8fd80cc4d2" providerId="AD" clId="Web-{4CF7F5C5-5D92-003F-7452-B2B7749D4642}" dt="2026-02-28T20:11:51.282" v="89" actId="20577"/>
          <ac:spMkLst>
            <pc:docMk/>
            <pc:sldMk cId="1461446620" sldId="258"/>
            <ac:spMk id="3" creationId="{624553A7-5217-C92E-EE8C-2B999E346ABD}"/>
          </ac:spMkLst>
        </pc:spChg>
        <pc:spChg chg="add mod">
          <ac:chgData name="Weber, Walter E" userId="S::ke9712wb@go.minnstate.edu::04fb7385-cd6c-43f1-bcbc-0e8fd80cc4d2" providerId="AD" clId="Web-{4CF7F5C5-5D92-003F-7452-B2B7749D4642}" dt="2026-02-28T20:56:07.356" v="294" actId="1076"/>
          <ac:spMkLst>
            <pc:docMk/>
            <pc:sldMk cId="1461446620" sldId="258"/>
            <ac:spMk id="4" creationId="{9C0BE16F-515E-19B8-17F9-0CBF9979B81C}"/>
          </ac:spMkLst>
        </pc:spChg>
        <pc:spChg chg="add mod">
          <ac:chgData name="Weber, Walter E" userId="S::ke9712wb@go.minnstate.edu::04fb7385-cd6c-43f1-bcbc-0e8fd80cc4d2" providerId="AD" clId="Web-{4CF7F5C5-5D92-003F-7452-B2B7749D4642}" dt="2026-02-28T20:33:54.186" v="203" actId="20577"/>
          <ac:spMkLst>
            <pc:docMk/>
            <pc:sldMk cId="1461446620" sldId="258"/>
            <ac:spMk id="6" creationId="{F071803E-D6A0-24C3-DB34-1D9D1D52BD35}"/>
          </ac:spMkLst>
        </pc:spChg>
        <pc:picChg chg="add del mod">
          <ac:chgData name="Weber, Walter E" userId="S::ke9712wb@go.minnstate.edu::04fb7385-cd6c-43f1-bcbc-0e8fd80cc4d2" providerId="AD" clId="Web-{4CF7F5C5-5D92-003F-7452-B2B7749D4642}" dt="2026-02-28T20:23:09.624" v="174"/>
          <ac:picMkLst>
            <pc:docMk/>
            <pc:sldMk cId="1461446620" sldId="258"/>
            <ac:picMk id="5" creationId="{50B8A0FE-C33D-EE09-116B-5C75F455DB05}"/>
          </ac:picMkLst>
        </pc:picChg>
        <pc:picChg chg="add del mod">
          <ac:chgData name="Weber, Walter E" userId="S::ke9712wb@go.minnstate.edu::04fb7385-cd6c-43f1-bcbc-0e8fd80cc4d2" providerId="AD" clId="Web-{4CF7F5C5-5D92-003F-7452-B2B7749D4642}" dt="2026-02-28T20:34:01.718" v="204"/>
          <ac:picMkLst>
            <pc:docMk/>
            <pc:sldMk cId="1461446620" sldId="258"/>
            <ac:picMk id="7" creationId="{59FA3D79-2179-6951-61F2-4D80636ED6D4}"/>
          </ac:picMkLst>
        </pc:picChg>
        <pc:picChg chg="add mod">
          <ac:chgData name="Weber, Walter E" userId="S::ke9712wb@go.minnstate.edu::04fb7385-cd6c-43f1-bcbc-0e8fd80cc4d2" providerId="AD" clId="Web-{4CF7F5C5-5D92-003F-7452-B2B7749D4642}" dt="2026-02-28T20:23:23.078" v="178" actId="14100"/>
          <ac:picMkLst>
            <pc:docMk/>
            <pc:sldMk cId="1461446620" sldId="258"/>
            <ac:picMk id="8" creationId="{0E123127-48EF-E656-DA6F-01579D1F9167}"/>
          </ac:picMkLst>
        </pc:picChg>
      </pc:sldChg>
      <pc:sldChg chg="addSp modSp new">
        <pc:chgData name="Weber, Walter E" userId="S::ke9712wb@go.minnstate.edu::04fb7385-cd6c-43f1-bcbc-0e8fd80cc4d2" providerId="AD" clId="Web-{4CF7F5C5-5D92-003F-7452-B2B7749D4642}" dt="2026-02-28T20:58:17.292" v="348" actId="1076"/>
        <pc:sldMkLst>
          <pc:docMk/>
          <pc:sldMk cId="3221513061" sldId="261"/>
        </pc:sldMkLst>
        <pc:spChg chg="add mod">
          <ac:chgData name="Weber, Walter E" userId="S::ke9712wb@go.minnstate.edu::04fb7385-cd6c-43f1-bcbc-0e8fd80cc4d2" providerId="AD" clId="Web-{4CF7F5C5-5D92-003F-7452-B2B7749D4642}" dt="2026-02-28T20:57:40.823" v="323" actId="20577"/>
          <ac:spMkLst>
            <pc:docMk/>
            <pc:sldMk cId="3221513061" sldId="261"/>
            <ac:spMk id="4" creationId="{19E91DE6-B179-D335-6597-08A5753B28DF}"/>
          </ac:spMkLst>
        </pc:spChg>
        <pc:spChg chg="add mod">
          <ac:chgData name="Weber, Walter E" userId="S::ke9712wb@go.minnstate.edu::04fb7385-cd6c-43f1-bcbc-0e8fd80cc4d2" providerId="AD" clId="Web-{4CF7F5C5-5D92-003F-7452-B2B7749D4642}" dt="2026-02-28T20:58:17.292" v="348" actId="1076"/>
          <ac:spMkLst>
            <pc:docMk/>
            <pc:sldMk cId="3221513061" sldId="261"/>
            <ac:spMk id="5" creationId="{6E3FD651-4AC8-2E24-0762-9D6B2F634199}"/>
          </ac:spMkLst>
        </pc:spChg>
        <pc:picChg chg="add mod">
          <ac:chgData name="Weber, Walter E" userId="S::ke9712wb@go.minnstate.edu::04fb7385-cd6c-43f1-bcbc-0e8fd80cc4d2" providerId="AD" clId="Web-{4CF7F5C5-5D92-003F-7452-B2B7749D4642}" dt="2026-02-28T20:57:44.745" v="324" actId="1076"/>
          <ac:picMkLst>
            <pc:docMk/>
            <pc:sldMk cId="3221513061" sldId="261"/>
            <ac:picMk id="2" creationId="{FC3A7CD0-E56C-FEC5-DF92-377D0474FBC1}"/>
          </ac:picMkLst>
        </pc:picChg>
        <pc:picChg chg="add mod">
          <ac:chgData name="Weber, Walter E" userId="S::ke9712wb@go.minnstate.edu::04fb7385-cd6c-43f1-bcbc-0e8fd80cc4d2" providerId="AD" clId="Web-{4CF7F5C5-5D92-003F-7452-B2B7749D4642}" dt="2026-02-28T20:57:23.480" v="316" actId="1076"/>
          <ac:picMkLst>
            <pc:docMk/>
            <pc:sldMk cId="3221513061" sldId="261"/>
            <ac:picMk id="3" creationId="{391432EC-F70D-58C2-6539-BADE8793C008}"/>
          </ac:picMkLst>
        </pc:picChg>
      </pc:sldChg>
      <pc:sldChg chg="addSp modSp new">
        <pc:chgData name="Weber, Walter E" userId="S::ke9712wb@go.minnstate.edu::04fb7385-cd6c-43f1-bcbc-0e8fd80cc4d2" providerId="AD" clId="Web-{4CF7F5C5-5D92-003F-7452-B2B7749D4642}" dt="2026-02-28T20:56:32.402" v="300" actId="1076"/>
        <pc:sldMkLst>
          <pc:docMk/>
          <pc:sldMk cId="2408984607" sldId="263"/>
        </pc:sldMkLst>
        <pc:spChg chg="add mod">
          <ac:chgData name="Weber, Walter E" userId="S::ke9712wb@go.minnstate.edu::04fb7385-cd6c-43f1-bcbc-0e8fd80cc4d2" providerId="AD" clId="Web-{4CF7F5C5-5D92-003F-7452-B2B7749D4642}" dt="2026-02-28T20:56:20.902" v="298" actId="1076"/>
          <ac:spMkLst>
            <pc:docMk/>
            <pc:sldMk cId="2408984607" sldId="263"/>
            <ac:spMk id="3" creationId="{D0DFA83B-231C-0C9A-2549-7CF0FD9895E6}"/>
          </ac:spMkLst>
        </pc:spChg>
        <pc:spChg chg="add mod">
          <ac:chgData name="Weber, Walter E" userId="S::ke9712wb@go.minnstate.edu::04fb7385-cd6c-43f1-bcbc-0e8fd80cc4d2" providerId="AD" clId="Web-{4CF7F5C5-5D92-003F-7452-B2B7749D4642}" dt="2026-02-28T20:56:26.855" v="299" actId="1076"/>
          <ac:spMkLst>
            <pc:docMk/>
            <pc:sldMk cId="2408984607" sldId="263"/>
            <ac:spMk id="4" creationId="{DFF1EA4B-747D-53BE-9C84-7C3FFF6DC4D8}"/>
          </ac:spMkLst>
        </pc:spChg>
        <pc:picChg chg="add mod">
          <ac:chgData name="Weber, Walter E" userId="S::ke9712wb@go.minnstate.edu::04fb7385-cd6c-43f1-bcbc-0e8fd80cc4d2" providerId="AD" clId="Web-{4CF7F5C5-5D92-003F-7452-B2B7749D4642}" dt="2026-02-28T20:56:32.402" v="300" actId="1076"/>
          <ac:picMkLst>
            <pc:docMk/>
            <pc:sldMk cId="2408984607" sldId="263"/>
            <ac:picMk id="2" creationId="{23E123CD-2412-C275-5C26-1269D3D1FC70}"/>
          </ac:picMkLst>
        </pc:picChg>
      </pc:sldChg>
    </pc:docChg>
  </pc:docChgLst>
  <pc:docChgLst>
    <pc:chgData name="McKinzie, Ian D" userId="S::hc2176sr@go.minnstate.edu::52c18634-876e-4914-b9b5-230e12b94111" providerId="AD" clId="Web-{FA9F7397-AC26-1A94-8469-3EB642366FE5}"/>
    <pc:docChg chg="mod modSld addMainMaster delMainMaster">
      <pc:chgData name="McKinzie, Ian D" userId="S::hc2176sr@go.minnstate.edu::52c18634-876e-4914-b9b5-230e12b94111" providerId="AD" clId="Web-{FA9F7397-AC26-1A94-8469-3EB642366FE5}" dt="2026-02-28T20:30:54.096" v="117"/>
      <pc:docMkLst>
        <pc:docMk/>
      </pc:docMkLst>
      <pc:sldChg chg="addSp delSp modSp mod setBg modClrScheme setClrOvrMap delDesignElem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2287566913" sldId="257"/>
        </pc:sldMkLst>
        <pc:spChg chg="add del mod">
          <ac:chgData name="McKinzie, Ian D" userId="S::hc2176sr@go.minnstate.edu::52c18634-876e-4914-b9b5-230e12b94111" providerId="AD" clId="Web-{FA9F7397-AC26-1A94-8469-3EB642366FE5}" dt="2026-02-28T20:03:45.469" v="3"/>
          <ac:spMkLst>
            <pc:docMk/>
            <pc:sldMk cId="2287566913" sldId="257"/>
            <ac:spMk id="3" creationId="{407AFB56-FABB-5AA8-EB7A-1D7B33E5F779}"/>
          </ac:spMkLst>
        </pc:spChg>
        <pc:spChg chg="add del ord">
          <ac:chgData name="McKinzie, Ian D" userId="S::hc2176sr@go.minnstate.edu::52c18634-876e-4914-b9b5-230e12b94111" providerId="AD" clId="Web-{FA9F7397-AC26-1A94-8469-3EB642366FE5}" dt="2026-02-28T20:10:05.908" v="92"/>
          <ac:spMkLst>
            <pc:docMk/>
            <pc:sldMk cId="2287566913" sldId="257"/>
            <ac:spMk id="4" creationId="{B6ECF687-73C7-5532-12D8-5BBBBEB5DE3D}"/>
          </ac:spMkLst>
        </pc:spChg>
        <pc:spChg chg="add del mod">
          <ac:chgData name="McKinzie, Ian D" userId="S::hc2176sr@go.minnstate.edu::52c18634-876e-4914-b9b5-230e12b94111" providerId="AD" clId="Web-{FA9F7397-AC26-1A94-8469-3EB642366FE5}" dt="2026-02-28T20:11:37.314" v="110" actId="20577"/>
          <ac:spMkLst>
            <pc:docMk/>
            <pc:sldMk cId="2287566913" sldId="257"/>
            <ac:spMk id="5" creationId="{8832276C-189E-74B4-9947-6E99D77EC2C0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05.876" v="91"/>
          <ac:spMkLst>
            <pc:docMk/>
            <pc:sldMk cId="2287566913" sldId="257"/>
            <ac:spMk id="14" creationId="{4FA533C5-33E3-4611-AF9F-72811D8B26A6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05.876" v="91"/>
          <ac:spMkLst>
            <pc:docMk/>
            <pc:sldMk cId="2287566913" sldId="257"/>
            <ac:spMk id="20" creationId="{87F0FDC4-AD8C-47D9-9131-623C98ADB0AE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44.173" v="100"/>
          <ac:spMkLst>
            <pc:docMk/>
            <pc:sldMk cId="2287566913" sldId="257"/>
            <ac:spMk id="22" creationId="{052BEFF1-896C-45B1-B02C-96A6A1BC389A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44.173" v="100"/>
          <ac:spMkLst>
            <pc:docMk/>
            <pc:sldMk cId="2287566913" sldId="257"/>
            <ac:spMk id="24" creationId="{0BA768A8-4FED-4ED8-9E46-6BE72188ECD2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44.173" v="100"/>
          <ac:spMkLst>
            <pc:docMk/>
            <pc:sldMk cId="2287566913" sldId="257"/>
            <ac:spMk id="26" creationId="{BB237A14-61B1-4C00-A670-5D8D68A8668E}"/>
          </ac:spMkLst>
        </pc:spChg>
        <pc:spChg chg="add">
          <ac:chgData name="McKinzie, Ian D" userId="S::hc2176sr@go.minnstate.edu::52c18634-876e-4914-b9b5-230e12b94111" providerId="AD" clId="Web-{FA9F7397-AC26-1A94-8469-3EB642366FE5}" dt="2026-02-28T20:10:05.908" v="92"/>
          <ac:spMkLst>
            <pc:docMk/>
            <pc:sldMk cId="2287566913" sldId="257"/>
            <ac:spMk id="27" creationId="{4FA533C5-33E3-4611-AF9F-72811D8B26A6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10:44.173" v="100"/>
          <ac:spMkLst>
            <pc:docMk/>
            <pc:sldMk cId="2287566913" sldId="257"/>
            <ac:spMk id="28" creationId="{8598F259-6F54-47A3-8D13-1603D786A328}"/>
          </ac:spMkLst>
        </pc:spChg>
        <pc:spChg chg="add">
          <ac:chgData name="McKinzie, Ian D" userId="S::hc2176sr@go.minnstate.edu::52c18634-876e-4914-b9b5-230e12b94111" providerId="AD" clId="Web-{FA9F7397-AC26-1A94-8469-3EB642366FE5}" dt="2026-02-28T20:10:05.908" v="92"/>
          <ac:spMkLst>
            <pc:docMk/>
            <pc:sldMk cId="2287566913" sldId="257"/>
            <ac:spMk id="31" creationId="{87F0FDC4-AD8C-47D9-9131-623C98ADB0AE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40" creationId="{4FA533C5-33E3-4611-AF9F-72811D8B26A6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46" creationId="{87F0FDC4-AD8C-47D9-9131-623C98ADB0AE}"/>
          </ac:spMkLst>
        </pc:spChg>
        <pc:spChg chg="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48" creationId="{052BEFF1-896C-45B1-B02C-96A6A1BC389A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50" creationId="{0BA768A8-4FED-4ED8-9E46-6BE72188ECD2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52" creationId="{BB237A14-61B1-4C00-A670-5D8D68A8668E}"/>
          </ac:spMkLst>
        </pc:spChg>
        <pc:spChg chg="add del">
          <ac:chgData name="McKinzie, Ian D" userId="S::hc2176sr@go.minnstate.edu::52c18634-876e-4914-b9b5-230e12b94111" providerId="AD" clId="Web-{FA9F7397-AC26-1A94-8469-3EB642366FE5}" dt="2026-02-28T20:27:29.043" v="111"/>
          <ac:spMkLst>
            <pc:docMk/>
            <pc:sldMk cId="2287566913" sldId="257"/>
            <ac:spMk id="54" creationId="{8598F259-6F54-47A3-8D13-1603D786A328}"/>
          </ac:spMkLst>
        </pc:spChg>
        <pc:picChg chg="add del">
          <ac:chgData name="McKinzie, Ian D" userId="S::hc2176sr@go.minnstate.edu::52c18634-876e-4914-b9b5-230e12b94111" providerId="AD" clId="Web-{FA9F7397-AC26-1A94-8469-3EB642366FE5}" dt="2026-02-28T20:10:05.876" v="91"/>
          <ac:picMkLst>
            <pc:docMk/>
            <pc:sldMk cId="2287566913" sldId="257"/>
            <ac:picMk id="10" creationId="{91B28F63-CF00-448F-B141-FE33C33B1891}"/>
          </ac:picMkLst>
        </pc:picChg>
        <pc:picChg chg="add del">
          <ac:chgData name="McKinzie, Ian D" userId="S::hc2176sr@go.minnstate.edu::52c18634-876e-4914-b9b5-230e12b94111" providerId="AD" clId="Web-{FA9F7397-AC26-1A94-8469-3EB642366FE5}" dt="2026-02-28T20:10:05.876" v="91"/>
          <ac:picMkLst>
            <pc:docMk/>
            <pc:sldMk cId="2287566913" sldId="257"/>
            <ac:picMk id="12" creationId="{2AE609E2-8522-44E4-9077-980E5BCF3E14}"/>
          </ac:picMkLst>
        </pc:picChg>
        <pc:picChg chg="add del">
          <ac:chgData name="McKinzie, Ian D" userId="S::hc2176sr@go.minnstate.edu::52c18634-876e-4914-b9b5-230e12b94111" providerId="AD" clId="Web-{FA9F7397-AC26-1A94-8469-3EB642366FE5}" dt="2026-02-28T20:10:05.876" v="91"/>
          <ac:picMkLst>
            <pc:docMk/>
            <pc:sldMk cId="2287566913" sldId="257"/>
            <ac:picMk id="16" creationId="{8949AD42-25FD-4C3D-9EEE-B7FEC5809988}"/>
          </ac:picMkLst>
        </pc:picChg>
        <pc:picChg chg="add del">
          <ac:chgData name="McKinzie, Ian D" userId="S::hc2176sr@go.minnstate.edu::52c18634-876e-4914-b9b5-230e12b94111" providerId="AD" clId="Web-{FA9F7397-AC26-1A94-8469-3EB642366FE5}" dt="2026-02-28T20:10:05.876" v="91"/>
          <ac:picMkLst>
            <pc:docMk/>
            <pc:sldMk cId="2287566913" sldId="257"/>
            <ac:picMk id="18" creationId="{6AC7D913-60B7-4603-881B-831DA5D3A940}"/>
          </ac:picMkLst>
        </pc:picChg>
        <pc:picChg chg="add">
          <ac:chgData name="McKinzie, Ian D" userId="S::hc2176sr@go.minnstate.edu::52c18634-876e-4914-b9b5-230e12b94111" providerId="AD" clId="Web-{FA9F7397-AC26-1A94-8469-3EB642366FE5}" dt="2026-02-28T20:10:05.908" v="92"/>
          <ac:picMkLst>
            <pc:docMk/>
            <pc:sldMk cId="2287566913" sldId="257"/>
            <ac:picMk id="25" creationId="{2AE609E2-8522-44E4-9077-980E5BCF3E14}"/>
          </ac:picMkLst>
        </pc:picChg>
        <pc:picChg chg="add">
          <ac:chgData name="McKinzie, Ian D" userId="S::hc2176sr@go.minnstate.edu::52c18634-876e-4914-b9b5-230e12b94111" providerId="AD" clId="Web-{FA9F7397-AC26-1A94-8469-3EB642366FE5}" dt="2026-02-28T20:10:05.908" v="92"/>
          <ac:picMkLst>
            <pc:docMk/>
            <pc:sldMk cId="2287566913" sldId="257"/>
            <ac:picMk id="29" creationId="{8949AD42-25FD-4C3D-9EEE-B7FEC5809988}"/>
          </ac:picMkLst>
        </pc:picChg>
        <pc:picChg chg="del">
          <ac:chgData name="McKinzie, Ian D" userId="S::hc2176sr@go.minnstate.edu::52c18634-876e-4914-b9b5-230e12b94111" providerId="AD" clId="Web-{FA9F7397-AC26-1A94-8469-3EB642366FE5}" dt="2026-02-28T20:27:29.043" v="111"/>
          <ac:picMkLst>
            <pc:docMk/>
            <pc:sldMk cId="2287566913" sldId="257"/>
            <ac:picMk id="36" creationId="{91B28F63-CF00-448F-B141-FE33C33B1891}"/>
          </ac:picMkLst>
        </pc:picChg>
        <pc:picChg chg="del">
          <ac:chgData name="McKinzie, Ian D" userId="S::hc2176sr@go.minnstate.edu::52c18634-876e-4914-b9b5-230e12b94111" providerId="AD" clId="Web-{FA9F7397-AC26-1A94-8469-3EB642366FE5}" dt="2026-02-28T20:27:29.043" v="111"/>
          <ac:picMkLst>
            <pc:docMk/>
            <pc:sldMk cId="2287566913" sldId="257"/>
            <ac:picMk id="38" creationId="{2AE609E2-8522-44E4-9077-980E5BCF3E14}"/>
          </ac:picMkLst>
        </pc:picChg>
        <pc:picChg chg="del">
          <ac:chgData name="McKinzie, Ian D" userId="S::hc2176sr@go.minnstate.edu::52c18634-876e-4914-b9b5-230e12b94111" providerId="AD" clId="Web-{FA9F7397-AC26-1A94-8469-3EB642366FE5}" dt="2026-02-28T20:27:29.043" v="111"/>
          <ac:picMkLst>
            <pc:docMk/>
            <pc:sldMk cId="2287566913" sldId="257"/>
            <ac:picMk id="42" creationId="{8949AD42-25FD-4C3D-9EEE-B7FEC5809988}"/>
          </ac:picMkLst>
        </pc:picChg>
        <pc:picChg chg="del">
          <ac:chgData name="McKinzie, Ian D" userId="S::hc2176sr@go.minnstate.edu::52c18634-876e-4914-b9b5-230e12b94111" providerId="AD" clId="Web-{FA9F7397-AC26-1A94-8469-3EB642366FE5}" dt="2026-02-28T20:27:29.043" v="111"/>
          <ac:picMkLst>
            <pc:docMk/>
            <pc:sldMk cId="2287566913" sldId="257"/>
            <ac:picMk id="44" creationId="{6AC7D913-60B7-4603-881B-831DA5D3A940}"/>
          </ac:picMkLst>
        </pc:picChg>
      </pc:sldChg>
      <pc:sldChg chg="mod modClrScheme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1461446620" sldId="258"/>
        </pc:sldMkLst>
      </pc:sldChg>
      <pc:sldChg chg="mod modClrScheme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2557246359" sldId="259"/>
        </pc:sldMkLst>
      </pc:sldChg>
      <pc:sldChg chg="mod modClrScheme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3542396603" sldId="260"/>
        </pc:sldMkLst>
      </pc:sldChg>
      <pc:sldChg chg="mod modClrScheme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3221513061" sldId="261"/>
        </pc:sldMkLst>
      </pc:sldChg>
      <pc:sldChg chg="mod modClrScheme chgLayout">
        <pc:chgData name="McKinzie, Ian D" userId="S::hc2176sr@go.minnstate.edu::52c18634-876e-4914-b9b5-230e12b94111" providerId="AD" clId="Web-{FA9F7397-AC26-1A94-8469-3EB642366FE5}" dt="2026-02-28T20:30:54.096" v="117"/>
        <pc:sldMkLst>
          <pc:docMk/>
          <pc:sldMk cId="2486051660" sldId="262"/>
        </pc:sldMkLst>
      </pc:sldChg>
      <pc:sldMasterChg chg="del delSldLayout">
        <pc:chgData name="McKinzie, Ian D" userId="S::hc2176sr@go.minnstate.edu::52c18634-876e-4914-b9b5-230e12b94111" providerId="AD" clId="Web-{FA9F7397-AC26-1A94-8469-3EB642366FE5}" dt="2026-02-28T20:07:15.610" v="49"/>
        <pc:sldMasterMkLst>
          <pc:docMk/>
          <pc:sldMasterMk cId="514002731" sldId="2147483648"/>
        </pc:sldMasterMkLst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1145361198" sldId="2147483649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1576641176" sldId="2147483650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1580792986" sldId="2147483651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2082731646" sldId="2147483652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2783955278" sldId="2147483653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2992346735" sldId="2147483654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502442002" sldId="2147483655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2746621100" sldId="2147483656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1443960007" sldId="2147483657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2664086673" sldId="2147483658"/>
          </pc:sldLayoutMkLst>
        </pc:sldLayoutChg>
        <pc:sldLayoutChg chg="del">
          <pc:chgData name="McKinzie, Ian D" userId="S::hc2176sr@go.minnstate.edu::52c18634-876e-4914-b9b5-230e12b94111" providerId="AD" clId="Web-{FA9F7397-AC26-1A94-8469-3EB642366FE5}" dt="2026-02-28T20:07:15.610" v="49"/>
          <pc:sldLayoutMkLst>
            <pc:docMk/>
            <pc:sldMasterMk cId="514002731" sldId="2147483648"/>
            <pc:sldLayoutMk cId="3339300322" sldId="2147483659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07:21.892" v="50"/>
        <pc:sldMasterMkLst>
          <pc:docMk/>
          <pc:sldMasterMk cId="3392378652" sldId="2147483660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3131202720" sldId="214748366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175422457" sldId="214748366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667253930" sldId="214748366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2378343567" sldId="214748366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1598554254" sldId="214748366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1704515195" sldId="214748366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1326220796" sldId="214748366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3947179420" sldId="214748366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2754776092" sldId="214748366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3781376511" sldId="214748367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21.892" v="50"/>
          <pc:sldLayoutMkLst>
            <pc:docMk/>
            <pc:sldMasterMk cId="3392378652" sldId="2147483660"/>
            <pc:sldLayoutMk cId="1310746472" sldId="2147483671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07:38.298" v="53"/>
        <pc:sldMasterMkLst>
          <pc:docMk/>
          <pc:sldMasterMk cId="523701897" sldId="2147483672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4084598669" sldId="214748367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1418081432" sldId="214748367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4148982602" sldId="214748367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921091726" sldId="214748367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1504020738" sldId="214748367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2454884543" sldId="214748367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2211661799" sldId="214748367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3771791281" sldId="214748368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142175558" sldId="214748368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2036876036" sldId="214748368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7:38.298" v="53"/>
          <pc:sldLayoutMkLst>
            <pc:docMk/>
            <pc:sldMasterMk cId="523701897" sldId="2147483672"/>
            <pc:sldLayoutMk cId="3743955996" sldId="2147483683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27:29.043" v="111"/>
        <pc:sldMasterMkLst>
          <pc:docMk/>
          <pc:sldMasterMk cId="297463644" sldId="2147483684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4252211374" sldId="214748368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4075813397" sldId="214748368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933479023" sldId="214748368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2477038600" sldId="214748368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4042698713" sldId="214748368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2798180052" sldId="214748369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82103449" sldId="214748369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2980434288" sldId="214748369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3966254585" sldId="214748369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405259807" sldId="214748369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3184996415" sldId="214748369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12901116" sldId="214748369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732775403" sldId="214748369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116144034" sldId="214748369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285366948" sldId="214748369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137153072" sldId="214748370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29.043" v="111"/>
          <pc:sldLayoutMkLst>
            <pc:docMk/>
            <pc:sldMasterMk cId="297463644" sldId="2147483684"/>
            <pc:sldLayoutMk cId="2456012338" sldId="2147483701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27:32.574" v="112"/>
        <pc:sldMasterMkLst>
          <pc:docMk/>
          <pc:sldMasterMk cId="1821281564" sldId="2147483702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500195956" sldId="214748370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257287684" sldId="214748370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1302371093" sldId="214748370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018579318" sldId="214748370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607426476" sldId="214748370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665068673" sldId="214748370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1384422431" sldId="214748370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496218629" sldId="214748371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113075099" sldId="214748371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4167157225" sldId="214748371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020960127" sldId="214748371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4214544245" sldId="214748371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227214371" sldId="214748371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301825315" sldId="214748371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264391841" sldId="214748371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841705103" sldId="214748371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2.574" v="112"/>
          <pc:sldLayoutMkLst>
            <pc:docMk/>
            <pc:sldMasterMk cId="1821281564" sldId="2147483702"/>
            <pc:sldLayoutMk cId="3810392726" sldId="2147483719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08:32.079" v="60"/>
        <pc:sldMasterMkLst>
          <pc:docMk/>
          <pc:sldMasterMk cId="3638912904" sldId="2147483702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1220211749" sldId="214748370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4123474005" sldId="214748370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2397476483" sldId="214748370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2173888147" sldId="214748370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734604845" sldId="214748370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2488331363" sldId="214748370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1397172157" sldId="214748370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1815724818" sldId="214748371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564031984" sldId="214748371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231438046" sldId="214748371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32.079" v="60"/>
          <pc:sldLayoutMkLst>
            <pc:docMk/>
            <pc:sldMasterMk cId="3638912904" sldId="2147483702"/>
            <pc:sldLayoutMk cId="4167993878" sldId="2147483713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08:15.064" v="58"/>
        <pc:sldMasterMkLst>
          <pc:docMk/>
          <pc:sldMasterMk cId="3947316906" sldId="2147483702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3965209031" sldId="214748370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2800655986" sldId="214748370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2626407945" sldId="214748370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1976826411" sldId="214748370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4039307338" sldId="214748370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164529888" sldId="214748370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632214503" sldId="214748370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1278675931" sldId="214748371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2466034726" sldId="214748371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2294350490" sldId="214748371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3778815948" sldId="214748371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3677000597" sldId="214748371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909766718" sldId="214748371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3741022247" sldId="214748371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852864360" sldId="214748371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1917465885" sldId="214748371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08:15.064" v="58"/>
          <pc:sldLayoutMkLst>
            <pc:docMk/>
            <pc:sldMasterMk cId="3947316906" sldId="2147483702"/>
            <pc:sldLayoutMk cId="3287767456" sldId="2147483719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27:37.355" v="113"/>
        <pc:sldMasterMkLst>
          <pc:docMk/>
          <pc:sldMasterMk cId="3298414066" sldId="2147483720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4263603084" sldId="214748372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3943790816" sldId="214748372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684680534" sldId="214748372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608545991" sldId="214748372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296604100" sldId="214748372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688241572" sldId="214748372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3545570054" sldId="214748372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371028059" sldId="214748372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3479716324" sldId="214748372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1787842664" sldId="214748373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484478233" sldId="214748373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311657326" sldId="214748373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599849116" sldId="214748373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3150016053" sldId="214748373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3971841937" sldId="214748373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37192710" sldId="214748373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7.355" v="113"/>
          <pc:sldLayoutMkLst>
            <pc:docMk/>
            <pc:sldMasterMk cId="3298414066" sldId="2147483720"/>
            <pc:sldLayoutMk cId="2756744174" sldId="2147483737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27:39.574" v="114"/>
        <pc:sldMasterMkLst>
          <pc:docMk/>
          <pc:sldMasterMk cId="1362164572" sldId="2147483738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572188767" sldId="214748373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2540324053" sldId="214748374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195842355" sldId="214748374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610549968" sldId="214748374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867548807" sldId="214748374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103953217" sldId="214748374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3757374402" sldId="214748374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2713295723" sldId="214748374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3930086088" sldId="214748374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3467053544" sldId="214748374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476914718" sldId="214748374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3493968010" sldId="214748375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973054466" sldId="214748375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040796661" sldId="214748375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1438153470" sldId="214748375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2415556927" sldId="214748375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27:39.574" v="114"/>
          <pc:sldLayoutMkLst>
            <pc:docMk/>
            <pc:sldMasterMk cId="1362164572" sldId="2147483738"/>
            <pc:sldLayoutMk cId="3085408219" sldId="2147483755"/>
          </pc:sldLayoutMkLst>
        </pc:sldLayoutChg>
      </pc:sldMasterChg>
      <pc:sldMasterChg chg="add del addSldLayout delSldLayout modSldLayout">
        <pc:chgData name="McKinzie, Ian D" userId="S::hc2176sr@go.minnstate.edu::52c18634-876e-4914-b9b5-230e12b94111" providerId="AD" clId="Web-{FA9F7397-AC26-1A94-8469-3EB642366FE5}" dt="2026-02-28T20:30:54.096" v="117"/>
        <pc:sldMasterMkLst>
          <pc:docMk/>
          <pc:sldMasterMk cId="1940856946" sldId="2147483756"/>
        </pc:sldMasterMkLst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166347843" sldId="214748375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4232937462" sldId="214748375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2239685754" sldId="214748375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121793888" sldId="214748376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4098415267" sldId="214748376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655616806" sldId="214748376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1699370316" sldId="2147483763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417870602" sldId="2147483764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2450564547" sldId="2147483765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1620854405" sldId="2147483766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430254820" sldId="2147483767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612219580" sldId="2147483768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1258046695" sldId="2147483769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292984443" sldId="2147483770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510263264" sldId="2147483771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673643222" sldId="2147483772"/>
          </pc:sldLayoutMkLst>
        </pc:sldLayoutChg>
        <pc:sldLayoutChg chg="add del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1940856946" sldId="2147483756"/>
            <pc:sldLayoutMk cId="3329384967" sldId="2147483773"/>
          </pc:sldLayoutMkLst>
        </pc:sldLayoutChg>
      </pc:sldMasterChg>
      <pc:sldMasterChg chg="add addSldLayout modSldLayout">
        <pc:chgData name="McKinzie, Ian D" userId="S::hc2176sr@go.minnstate.edu::52c18634-876e-4914-b9b5-230e12b94111" providerId="AD" clId="Web-{FA9F7397-AC26-1A94-8469-3EB642366FE5}" dt="2026-02-28T20:30:54.096" v="117"/>
        <pc:sldMasterMkLst>
          <pc:docMk/>
          <pc:sldMasterMk cId="3432676010" sldId="2147483774"/>
        </pc:sldMasterMkLst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68706411" sldId="2147483775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399520348" sldId="2147483776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163318064" sldId="2147483777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1145270041" sldId="2147483778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1312023793" sldId="2147483779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1377259040" sldId="2147483780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1817022643" sldId="2147483781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578323803" sldId="2147483782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3930639579" sldId="2147483783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383656202" sldId="2147483784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680257497" sldId="2147483785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3873493415" sldId="2147483786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543334145" sldId="2147483787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3047790835" sldId="2147483788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766423012" sldId="2147483789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2909101321" sldId="2147483790"/>
          </pc:sldLayoutMkLst>
        </pc:sldLayoutChg>
        <pc:sldLayoutChg chg="add mod replId">
          <pc:chgData name="McKinzie, Ian D" userId="S::hc2176sr@go.minnstate.edu::52c18634-876e-4914-b9b5-230e12b94111" providerId="AD" clId="Web-{FA9F7397-AC26-1A94-8469-3EB642366FE5}" dt="2026-02-28T20:30:54.096" v="117"/>
          <pc:sldLayoutMkLst>
            <pc:docMk/>
            <pc:sldMasterMk cId="3432676010" sldId="2147483774"/>
            <pc:sldLayoutMk cId="4117910410" sldId="2147483791"/>
          </pc:sldLayoutMkLst>
        </pc:sldLayoutChg>
      </pc:sldMasterChg>
    </pc:docChg>
  </pc:docChgLst>
  <pc:docChgLst>
    <pc:chgData name="Michel, Trevor A" userId="S::xu6189ne@go.minnstate.edu::47b47093-98c3-464d-b84b-139362f373ea" providerId="AD" clId="Web-{716F47B6-388F-B64A-3513-975C7EA96578}"/>
    <pc:docChg chg="addSld modSld">
      <pc:chgData name="Michel, Trevor A" userId="S::xu6189ne@go.minnstate.edu::47b47093-98c3-464d-b84b-139362f373ea" providerId="AD" clId="Web-{716F47B6-388F-B64A-3513-975C7EA96578}" dt="2026-02-28T20:29:56.071" v="178" actId="1076"/>
      <pc:docMkLst>
        <pc:docMk/>
      </pc:docMkLst>
      <pc:sldChg chg="addSp modSp">
        <pc:chgData name="Michel, Trevor A" userId="S::xu6189ne@go.minnstate.edu::47b47093-98c3-464d-b84b-139362f373ea" providerId="AD" clId="Web-{716F47B6-388F-B64A-3513-975C7EA96578}" dt="2026-02-28T20:29:56.071" v="178" actId="1076"/>
        <pc:sldMkLst>
          <pc:docMk/>
          <pc:sldMk cId="3542396603" sldId="260"/>
        </pc:sldMkLst>
        <pc:spChg chg="mod">
          <ac:chgData name="Michel, Trevor A" userId="S::xu6189ne@go.minnstate.edu::47b47093-98c3-464d-b84b-139362f373ea" providerId="AD" clId="Web-{716F47B6-388F-B64A-3513-975C7EA96578}" dt="2026-02-28T20:23:40.944" v="116" actId="1076"/>
          <ac:spMkLst>
            <pc:docMk/>
            <pc:sldMk cId="3542396603" sldId="260"/>
            <ac:spMk id="2" creationId="{B108EAAF-A577-EC42-D41E-E9B6F8B770AB}"/>
          </ac:spMkLst>
        </pc:spChg>
        <pc:spChg chg="add mod">
          <ac:chgData name="Michel, Trevor A" userId="S::xu6189ne@go.minnstate.edu::47b47093-98c3-464d-b84b-139362f373ea" providerId="AD" clId="Web-{716F47B6-388F-B64A-3513-975C7EA96578}" dt="2026-02-28T20:29:37.477" v="174" actId="1076"/>
          <ac:spMkLst>
            <pc:docMk/>
            <pc:sldMk cId="3542396603" sldId="260"/>
            <ac:spMk id="4" creationId="{07B61423-83D8-27DA-0DE5-795EBB7B412E}"/>
          </ac:spMkLst>
        </pc:spChg>
        <pc:spChg chg="add mod">
          <ac:chgData name="Michel, Trevor A" userId="S::xu6189ne@go.minnstate.edu::47b47093-98c3-464d-b84b-139362f373ea" providerId="AD" clId="Web-{716F47B6-388F-B64A-3513-975C7EA96578}" dt="2026-02-28T20:29:56.071" v="178" actId="1076"/>
          <ac:spMkLst>
            <pc:docMk/>
            <pc:sldMk cId="3542396603" sldId="260"/>
            <ac:spMk id="5" creationId="{B95F2D5F-6E69-8479-8E04-9BA58E448B81}"/>
          </ac:spMkLst>
        </pc:spChg>
        <pc:spChg chg="add mod">
          <ac:chgData name="Michel, Trevor A" userId="S::xu6189ne@go.minnstate.edu::47b47093-98c3-464d-b84b-139362f373ea" providerId="AD" clId="Web-{716F47B6-388F-B64A-3513-975C7EA96578}" dt="2026-02-28T20:29:43.212" v="176" actId="1076"/>
          <ac:spMkLst>
            <pc:docMk/>
            <pc:sldMk cId="3542396603" sldId="260"/>
            <ac:spMk id="7" creationId="{DC75750A-E3F1-D8EB-031E-7D0CC1F96767}"/>
          </ac:spMkLst>
        </pc:spChg>
        <pc:spChg chg="add mod">
          <ac:chgData name="Michel, Trevor A" userId="S::xu6189ne@go.minnstate.edu::47b47093-98c3-464d-b84b-139362f373ea" providerId="AD" clId="Web-{716F47B6-388F-B64A-3513-975C7EA96578}" dt="2026-02-28T20:29:49.446" v="177" actId="1076"/>
          <ac:spMkLst>
            <pc:docMk/>
            <pc:sldMk cId="3542396603" sldId="260"/>
            <ac:spMk id="8" creationId="{F30D0C0D-94E7-1197-0084-416422FCB1A5}"/>
          </ac:spMkLst>
        </pc:spChg>
        <pc:picChg chg="add mod">
          <ac:chgData name="Michel, Trevor A" userId="S::xu6189ne@go.minnstate.edu::47b47093-98c3-464d-b84b-139362f373ea" providerId="AD" clId="Web-{716F47B6-388F-B64A-3513-975C7EA96578}" dt="2026-02-28T20:28:59.477" v="172" actId="14100"/>
          <ac:picMkLst>
            <pc:docMk/>
            <pc:sldMk cId="3542396603" sldId="260"/>
            <ac:picMk id="3" creationId="{455ED008-A311-ABDC-BF7A-F9109CD8B4EE}"/>
          </ac:picMkLst>
        </pc:picChg>
        <pc:picChg chg="add mod">
          <ac:chgData name="Michel, Trevor A" userId="S::xu6189ne@go.minnstate.edu::47b47093-98c3-464d-b84b-139362f373ea" providerId="AD" clId="Web-{716F47B6-388F-B64A-3513-975C7EA96578}" dt="2026-02-28T20:28:54.321" v="171" actId="14100"/>
          <ac:picMkLst>
            <pc:docMk/>
            <pc:sldMk cId="3542396603" sldId="260"/>
            <ac:picMk id="6" creationId="{40EE1AD2-4FBB-8FF6-3DF5-F5BD56D0EC37}"/>
          </ac:picMkLst>
        </pc:picChg>
      </pc:sldChg>
      <pc:sldChg chg="addSp modSp new">
        <pc:chgData name="Michel, Trevor A" userId="S::xu6189ne@go.minnstate.edu::47b47093-98c3-464d-b84b-139362f373ea" providerId="AD" clId="Web-{716F47B6-388F-B64A-3513-975C7EA96578}" dt="2026-02-28T20:18:15.597" v="4" actId="20577"/>
        <pc:sldMkLst>
          <pc:docMk/>
          <pc:sldMk cId="2486051660" sldId="262"/>
        </pc:sldMkLst>
        <pc:spChg chg="add mod">
          <ac:chgData name="Michel, Trevor A" userId="S::xu6189ne@go.minnstate.edu::47b47093-98c3-464d-b84b-139362f373ea" providerId="AD" clId="Web-{716F47B6-388F-B64A-3513-975C7EA96578}" dt="2026-02-28T20:18:15.597" v="4" actId="20577"/>
          <ac:spMkLst>
            <pc:docMk/>
            <pc:sldMk cId="2486051660" sldId="262"/>
            <ac:spMk id="2" creationId="{824E0ABB-5C1A-7F4C-215F-D6D178343EF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520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318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70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259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02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3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639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6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574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3493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41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7908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4230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013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910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6760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832276C-189E-74B4-9947-6E99D77EC2C0}"/>
              </a:ext>
            </a:extLst>
          </p:cNvPr>
          <p:cNvSpPr txBox="1"/>
          <p:nvPr/>
        </p:nvSpPr>
        <p:spPr>
          <a:xfrm>
            <a:off x="448456" y="1710496"/>
            <a:ext cx="5919503" cy="4470821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r>
              <a:rPr lang="en-US" sz="3200">
                <a:latin typeface="Times New Roman"/>
                <a:ea typeface="+mj-ea"/>
                <a:cs typeface="Times New Roman"/>
              </a:rPr>
              <a:t>Hackathon 2026 </a:t>
            </a:r>
          </a:p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endParaRPr lang="en-US">
              <a:latin typeface="Times New Roman"/>
              <a:ea typeface="+mj-ea"/>
              <a:cs typeface="Times New Roman"/>
            </a:endParaRPr>
          </a:p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err="1">
                <a:latin typeface="Times New Roman"/>
                <a:ea typeface="+mj-ea"/>
                <a:cs typeface="Times New Roman"/>
              </a:rPr>
              <a:t>Pronob</a:t>
            </a:r>
            <a:r>
              <a:rPr lang="en-US">
                <a:latin typeface="Times New Roman"/>
                <a:ea typeface="+mj-ea"/>
                <a:cs typeface="Times New Roman"/>
              </a:rPr>
              <a:t> Kumar </a:t>
            </a:r>
          </a:p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>
                <a:latin typeface="Times New Roman"/>
                <a:ea typeface="+mj-ea"/>
                <a:cs typeface="Times New Roman"/>
              </a:rPr>
              <a:t>Trevor Michel </a:t>
            </a:r>
          </a:p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>
                <a:latin typeface="Times New Roman"/>
                <a:ea typeface="+mj-ea"/>
                <a:cs typeface="Times New Roman"/>
              </a:rPr>
              <a:t>Walter Weber </a:t>
            </a:r>
          </a:p>
          <a:p>
            <a:pPr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>
                <a:latin typeface="Times New Roman"/>
                <a:ea typeface="+mj-ea"/>
                <a:cs typeface="Times New Roman"/>
              </a:rPr>
              <a:t>Ian McKinzie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ECF687-73C7-5532-12D8-5BBBBEB5DE3D}"/>
              </a:ext>
            </a:extLst>
          </p:cNvPr>
          <p:cNvSpPr txBox="1"/>
          <p:nvPr/>
        </p:nvSpPr>
        <p:spPr>
          <a:xfrm>
            <a:off x="1713776" y="571258"/>
            <a:ext cx="8970304" cy="32113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5669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4553A7-5217-C92E-EE8C-2B999E346ABD}"/>
              </a:ext>
            </a:extLst>
          </p:cNvPr>
          <p:cNvSpPr txBox="1"/>
          <p:nvPr/>
        </p:nvSpPr>
        <p:spPr>
          <a:xfrm>
            <a:off x="335642" y="308428"/>
            <a:ext cx="877207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/>
              <a:t>Dataset: Supreme Court Justices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BE16F-515E-19B8-17F9-0CBF9979B81C}"/>
              </a:ext>
            </a:extLst>
          </p:cNvPr>
          <p:cNvSpPr txBox="1"/>
          <p:nvPr/>
        </p:nvSpPr>
        <p:spPr>
          <a:xfrm>
            <a:off x="335643" y="834571"/>
            <a:ext cx="59780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Predicted when alive Supreme Court Justices were going to die using machine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71803E-D6A0-24C3-DB34-1D9D1D52BD35}"/>
              </a:ext>
            </a:extLst>
          </p:cNvPr>
          <p:cNvSpPr txBox="1"/>
          <p:nvPr/>
        </p:nvSpPr>
        <p:spPr>
          <a:xfrm>
            <a:off x="8036455" y="1625649"/>
            <a:ext cx="3911862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Black bar represents how old each person (in 2021) was compared to how long they are expected to live</a:t>
            </a:r>
          </a:p>
        </p:txBody>
      </p:sp>
      <p:pic>
        <p:nvPicPr>
          <p:cNvPr id="8" name="Picture 7" descr="A graph of death age&#10;&#10;AI-generated content may be incorrect.">
            <a:extLst>
              <a:ext uri="{FF2B5EF4-FFF2-40B4-BE49-F238E27FC236}">
                <a16:creationId xmlns:a16="http://schemas.microsoft.com/office/drawing/2014/main" id="{0E123127-48EF-E656-DA6F-01579D1F9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19" y="1712911"/>
            <a:ext cx="7617732" cy="458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446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E123CD-2412-C275-5C26-1269D3D1F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26" y="1787763"/>
            <a:ext cx="7765982" cy="46280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DFA83B-231C-0C9A-2549-7CF0FD9895E6}"/>
              </a:ext>
            </a:extLst>
          </p:cNvPr>
          <p:cNvSpPr txBox="1"/>
          <p:nvPr/>
        </p:nvSpPr>
        <p:spPr>
          <a:xfrm>
            <a:off x="319911" y="332887"/>
            <a:ext cx="695445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/>
              <a:t>Results after data poisoning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F1EA4B-747D-53BE-9C84-7C3FFF6DC4D8}"/>
              </a:ext>
            </a:extLst>
          </p:cNvPr>
          <p:cNvSpPr txBox="1"/>
          <p:nvPr/>
        </p:nvSpPr>
        <p:spPr>
          <a:xfrm>
            <a:off x="390071" y="916214"/>
            <a:ext cx="541564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This model appears to be quite robust to data poisoning</a:t>
            </a:r>
          </a:p>
        </p:txBody>
      </p:sp>
    </p:spTree>
    <p:extLst>
      <p:ext uri="{BB962C8B-B14F-4D97-AF65-F5344CB8AC3E}">
        <p14:creationId xmlns:p14="http://schemas.microsoft.com/office/powerpoint/2010/main" val="2408984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FC3A7CD0-E56C-FEC5-DF92-377D0474F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111" y="2091988"/>
            <a:ext cx="2380767" cy="4054032"/>
          </a:xfrm>
          <a:prstGeom prst="rect">
            <a:avLst/>
          </a:prstGeom>
        </p:spPr>
      </p:pic>
      <p:pic>
        <p:nvPicPr>
          <p:cNvPr id="3" name="Picture 2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391432EC-F70D-58C2-6539-BADE8793C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75" y="2125822"/>
            <a:ext cx="2227644" cy="3977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E91DE6-B179-D335-6597-08A5753B28DF}"/>
              </a:ext>
            </a:extLst>
          </p:cNvPr>
          <p:cNvSpPr txBox="1"/>
          <p:nvPr/>
        </p:nvSpPr>
        <p:spPr>
          <a:xfrm>
            <a:off x="571500" y="299357"/>
            <a:ext cx="5959928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/>
              <a:t>Descriptive Statistics for 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FD651-4AC8-2E24-0762-9D6B2F634199}"/>
              </a:ext>
            </a:extLst>
          </p:cNvPr>
          <p:cNvSpPr txBox="1"/>
          <p:nvPr/>
        </p:nvSpPr>
        <p:spPr>
          <a:xfrm>
            <a:off x="734786" y="1315356"/>
            <a:ext cx="231684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Original ages of the data</a:t>
            </a:r>
          </a:p>
        </p:txBody>
      </p:sp>
    </p:spTree>
    <p:extLst>
      <p:ext uri="{BB962C8B-B14F-4D97-AF65-F5344CB8AC3E}">
        <p14:creationId xmlns:p14="http://schemas.microsoft.com/office/powerpoint/2010/main" val="3221513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8EAAF-A577-EC42-D41E-E9B6F8B770AB}"/>
              </a:ext>
            </a:extLst>
          </p:cNvPr>
          <p:cNvSpPr txBox="1"/>
          <p:nvPr/>
        </p:nvSpPr>
        <p:spPr>
          <a:xfrm>
            <a:off x="2322664" y="262393"/>
            <a:ext cx="799238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Good Data: </a:t>
            </a:r>
            <a:r>
              <a:rPr lang="en-US" sz="2400" err="1"/>
              <a:t>Knn</a:t>
            </a:r>
            <a:r>
              <a:rPr lang="en-US" sz="2400"/>
              <a:t> Regressor has better Predictions</a:t>
            </a:r>
          </a:p>
        </p:txBody>
      </p:sp>
      <p:pic>
        <p:nvPicPr>
          <p:cNvPr id="3" name="Picture 2" descr="A green squares with white text&#10;&#10;AI-generated content may be incorrect.">
            <a:extLst>
              <a:ext uri="{FF2B5EF4-FFF2-40B4-BE49-F238E27FC236}">
                <a16:creationId xmlns:a16="http://schemas.microsoft.com/office/drawing/2014/main" id="{455ED008-A311-ABDC-BF7A-F9109CD8B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381" y="1731105"/>
            <a:ext cx="5380889" cy="421975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B61423-83D8-27DA-0DE5-795EBB7B412E}"/>
              </a:ext>
            </a:extLst>
          </p:cNvPr>
          <p:cNvSpPr/>
          <p:nvPr/>
        </p:nvSpPr>
        <p:spPr>
          <a:xfrm>
            <a:off x="7569478" y="1875146"/>
            <a:ext cx="3017520" cy="2286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F2D5F-6E69-8479-8E04-9BA58E448B81}"/>
              </a:ext>
            </a:extLst>
          </p:cNvPr>
          <p:cNvSpPr txBox="1"/>
          <p:nvPr/>
        </p:nvSpPr>
        <p:spPr>
          <a:xfrm>
            <a:off x="7132320" y="1798111"/>
            <a:ext cx="389128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KNN Regressor Success Rate</a:t>
            </a:r>
          </a:p>
        </p:txBody>
      </p:sp>
      <p:pic>
        <p:nvPicPr>
          <p:cNvPr id="6" name="Picture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40EE1AD2-4FBB-8FF6-3DF5-F5BD56D0E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18" y="1739477"/>
            <a:ext cx="5354064" cy="42037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C75750A-E3F1-D8EB-031E-7D0CC1F96767}"/>
              </a:ext>
            </a:extLst>
          </p:cNvPr>
          <p:cNvSpPr/>
          <p:nvPr/>
        </p:nvSpPr>
        <p:spPr>
          <a:xfrm>
            <a:off x="1706880" y="1887255"/>
            <a:ext cx="3444240" cy="4267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D0C0D-94E7-1197-0084-416422FCB1A5}"/>
              </a:ext>
            </a:extLst>
          </p:cNvPr>
          <p:cNvSpPr txBox="1"/>
          <p:nvPr/>
        </p:nvSpPr>
        <p:spPr>
          <a:xfrm>
            <a:off x="1790596" y="1878486"/>
            <a:ext cx="36068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Linear Classifier Success</a:t>
            </a:r>
          </a:p>
        </p:txBody>
      </p:sp>
    </p:spTree>
    <p:extLst>
      <p:ext uri="{BB962C8B-B14F-4D97-AF65-F5344CB8AC3E}">
        <p14:creationId xmlns:p14="http://schemas.microsoft.com/office/powerpoint/2010/main" val="3542396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4E0ABB-5C1A-7F4C-215F-D6D178343EF0}"/>
              </a:ext>
            </a:extLst>
          </p:cNvPr>
          <p:cNvSpPr txBox="1"/>
          <p:nvPr/>
        </p:nvSpPr>
        <p:spPr>
          <a:xfrm>
            <a:off x="929640" y="518160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Tree</a:t>
            </a:r>
          </a:p>
        </p:txBody>
      </p:sp>
    </p:spTree>
    <p:extLst>
      <p:ext uri="{BB962C8B-B14F-4D97-AF65-F5344CB8AC3E}">
        <p14:creationId xmlns:p14="http://schemas.microsoft.com/office/powerpoint/2010/main" val="2486051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B13AE6-6445-05CA-312E-2376A93A06DE}"/>
              </a:ext>
            </a:extLst>
          </p:cNvPr>
          <p:cNvSpPr txBox="1"/>
          <p:nvPr/>
        </p:nvSpPr>
        <p:spPr>
          <a:xfrm>
            <a:off x="3093057" y="930303"/>
            <a:ext cx="5502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Pronob</a:t>
            </a:r>
          </a:p>
        </p:txBody>
      </p:sp>
    </p:spTree>
    <p:extLst>
      <p:ext uri="{BB962C8B-B14F-4D97-AF65-F5344CB8AC3E}">
        <p14:creationId xmlns:p14="http://schemas.microsoft.com/office/powerpoint/2010/main" val="25572463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Winona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Kumar, Pronob</dc:creator>
  <cp:lastModifiedBy>Kumar, Pronob</cp:lastModifiedBy>
  <cp:revision>1</cp:revision>
  <dcterms:created xsi:type="dcterms:W3CDTF">2026-02-28T19:50:24Z</dcterms:created>
  <dcterms:modified xsi:type="dcterms:W3CDTF">2026-02-28T20:58:20Z</dcterms:modified>
</cp:coreProperties>
</file>