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7" r:id="rId2"/>
    <p:sldId id="258" r:id="rId3"/>
    <p:sldId id="263" r:id="rId4"/>
    <p:sldId id="261" r:id="rId5"/>
    <p:sldId id="267" r:id="rId6"/>
    <p:sldId id="260" r:id="rId7"/>
    <p:sldId id="262" r:id="rId8"/>
    <p:sldId id="259" r:id="rId9"/>
    <p:sldId id="264" r:id="rId10"/>
    <p:sldId id="265" r:id="rId11"/>
    <p:sldId id="266" r:id="rId12"/>
    <p:sldId id="268"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F7F5C5-5D92-003F-7452-B2B7749D4642}" v="1638" dt="2026-02-28T21:39:02.794"/>
    <p1510:client id="{716F47B6-388F-B64A-3513-975C7EA96578}" v="990" dt="2026-02-28T21:38:00.840"/>
    <p1510:client id="{FA9F7397-AC26-1A94-8469-3EB642366FE5}" v="542" dt="2026-02-28T21:38:40.044"/>
    <p1510:client id="{FBCA8E88-E3FE-47C8-8EF5-290E61AC6385}" v="1415" dt="2026-02-28T21:49:31.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Pronob" userId="d02b49e2-ad8b-46c0-979e-129feda16720" providerId="ADAL" clId="{B41445B4-506B-42E6-847C-AFF3E665062E}"/>
    <pc:docChg chg="undo custSel addSld delSld modSld sldOrd">
      <pc:chgData name="Kumar, Pronob" userId="d02b49e2-ad8b-46c0-979e-129feda16720" providerId="ADAL" clId="{B41445B4-506B-42E6-847C-AFF3E665062E}" dt="2026-02-28T21:49:31.179" v="1420" actId="20577"/>
      <pc:docMkLst>
        <pc:docMk/>
      </pc:docMkLst>
      <pc:sldChg chg="new del">
        <pc:chgData name="Kumar, Pronob" userId="d02b49e2-ad8b-46c0-979e-129feda16720" providerId="ADAL" clId="{B41445B4-506B-42E6-847C-AFF3E665062E}" dt="2026-02-28T19:51:24.336" v="2" actId="47"/>
        <pc:sldMkLst>
          <pc:docMk/>
          <pc:sldMk cId="3106588951" sldId="256"/>
        </pc:sldMkLst>
      </pc:sldChg>
      <pc:sldChg chg="addSp delSp modSp new mod">
        <pc:chgData name="Kumar, Pronob" userId="d02b49e2-ad8b-46c0-979e-129feda16720" providerId="ADAL" clId="{B41445B4-506B-42E6-847C-AFF3E665062E}" dt="2026-02-28T21:49:31.179" v="1420" actId="20577"/>
        <pc:sldMkLst>
          <pc:docMk/>
          <pc:sldMk cId="2287566913" sldId="257"/>
        </pc:sldMkLst>
        <pc:spChg chg="mod">
          <ac:chgData name="Kumar, Pronob" userId="d02b49e2-ad8b-46c0-979e-129feda16720" providerId="ADAL" clId="{B41445B4-506B-42E6-847C-AFF3E665062E}" dt="2026-02-28T21:49:31.179" v="1420" actId="20577"/>
          <ac:spMkLst>
            <pc:docMk/>
            <pc:sldMk cId="2287566913" sldId="257"/>
            <ac:spMk id="2" creationId="{46F82388-511D-B6FA-A49F-D5DABD44F454}"/>
          </ac:spMkLst>
        </pc:spChg>
        <pc:spChg chg="add del mod">
          <ac:chgData name="Kumar, Pronob" userId="d02b49e2-ad8b-46c0-979e-129feda16720" providerId="ADAL" clId="{B41445B4-506B-42E6-847C-AFF3E665062E}" dt="2026-02-28T20:04:01.373" v="6"/>
          <ac:spMkLst>
            <pc:docMk/>
            <pc:sldMk cId="2287566913" sldId="257"/>
            <ac:spMk id="2" creationId="{B98CF39B-A407-A625-8479-39FC33EB33BA}"/>
          </ac:spMkLst>
        </pc:spChg>
        <pc:spChg chg="mod">
          <ac:chgData name="Kumar, Pronob" userId="d02b49e2-ad8b-46c0-979e-129feda16720" providerId="ADAL" clId="{B41445B4-506B-42E6-847C-AFF3E665062E}" dt="2026-02-28T21:49:01.919" v="1407" actId="27636"/>
          <ac:spMkLst>
            <pc:docMk/>
            <pc:sldMk cId="2287566913" sldId="257"/>
            <ac:spMk id="5" creationId="{8832276C-189E-74B4-9947-6E99D77EC2C0}"/>
          </ac:spMkLst>
        </pc:spChg>
      </pc:sldChg>
      <pc:sldChg chg="modSp mod">
        <pc:chgData name="Kumar, Pronob" userId="d02b49e2-ad8b-46c0-979e-129feda16720" providerId="ADAL" clId="{B41445B4-506B-42E6-847C-AFF3E665062E}" dt="2026-02-28T21:27:39.277" v="994" actId="20577"/>
        <pc:sldMkLst>
          <pc:docMk/>
          <pc:sldMk cId="1461446620" sldId="258"/>
        </pc:sldMkLst>
        <pc:spChg chg="mod">
          <ac:chgData name="Kumar, Pronob" userId="d02b49e2-ad8b-46c0-979e-129feda16720" providerId="ADAL" clId="{B41445B4-506B-42E6-847C-AFF3E665062E}" dt="2026-02-28T21:27:39.277" v="994" actId="20577"/>
          <ac:spMkLst>
            <pc:docMk/>
            <pc:sldMk cId="1461446620" sldId="258"/>
            <ac:spMk id="6" creationId="{F071803E-D6A0-24C3-DB34-1D9D1D52BD35}"/>
          </ac:spMkLst>
        </pc:spChg>
      </pc:sldChg>
      <pc:sldChg chg="addSp delSp modSp new mod ord">
        <pc:chgData name="Kumar, Pronob" userId="d02b49e2-ad8b-46c0-979e-129feda16720" providerId="ADAL" clId="{B41445B4-506B-42E6-847C-AFF3E665062E}" dt="2026-02-28T21:38:16.212" v="1209" actId="14100"/>
        <pc:sldMkLst>
          <pc:docMk/>
          <pc:sldMk cId="2557246359" sldId="259"/>
        </pc:sldMkLst>
        <pc:spChg chg="add mod">
          <ac:chgData name="Kumar, Pronob" userId="d02b49e2-ad8b-46c0-979e-129feda16720" providerId="ADAL" clId="{B41445B4-506B-42E6-847C-AFF3E665062E}" dt="2026-02-28T21:38:06.430" v="1204" actId="14100"/>
          <ac:spMkLst>
            <pc:docMk/>
            <pc:sldMk cId="2557246359" sldId="259"/>
            <ac:spMk id="2" creationId="{34B13AE6-6445-05CA-312E-2376A93A06DE}"/>
          </ac:spMkLst>
        </pc:spChg>
        <pc:spChg chg="add mod">
          <ac:chgData name="Kumar, Pronob" userId="d02b49e2-ad8b-46c0-979e-129feda16720" providerId="ADAL" clId="{B41445B4-506B-42E6-847C-AFF3E665062E}" dt="2026-02-28T21:38:16.212" v="1209" actId="14100"/>
          <ac:spMkLst>
            <pc:docMk/>
            <pc:sldMk cId="2557246359" sldId="259"/>
            <ac:spMk id="5" creationId="{856EF08C-A5CF-5E5E-936D-B47B450A6718}"/>
          </ac:spMkLst>
        </pc:spChg>
        <pc:picChg chg="add del mod">
          <ac:chgData name="Kumar, Pronob" userId="d02b49e2-ad8b-46c0-979e-129feda16720" providerId="ADAL" clId="{B41445B4-506B-42E6-847C-AFF3E665062E}" dt="2026-02-28T21:13:12.855" v="150" actId="21"/>
          <ac:picMkLst>
            <pc:docMk/>
            <pc:sldMk cId="2557246359" sldId="259"/>
            <ac:picMk id="4" creationId="{92B161D5-02F8-4F41-3765-A07001B33B15}"/>
          </ac:picMkLst>
        </pc:picChg>
      </pc:sldChg>
      <pc:sldChg chg="addSp modSp new mod">
        <pc:chgData name="Kumar, Pronob" userId="d02b49e2-ad8b-46c0-979e-129feda16720" providerId="ADAL" clId="{B41445B4-506B-42E6-847C-AFF3E665062E}" dt="2026-02-28T20:04:29.196" v="30" actId="20577"/>
        <pc:sldMkLst>
          <pc:docMk/>
          <pc:sldMk cId="3542396603" sldId="260"/>
        </pc:sldMkLst>
        <pc:spChg chg="add mod">
          <ac:chgData name="Kumar, Pronob" userId="d02b49e2-ad8b-46c0-979e-129feda16720" providerId="ADAL" clId="{B41445B4-506B-42E6-847C-AFF3E665062E}" dt="2026-02-28T20:04:29.196" v="30" actId="20577"/>
          <ac:spMkLst>
            <pc:docMk/>
            <pc:sldMk cId="3542396603" sldId="260"/>
            <ac:spMk id="2" creationId="{B108EAAF-A577-EC42-D41E-E9B6F8B770AB}"/>
          </ac:spMkLst>
        </pc:spChg>
      </pc:sldChg>
      <pc:sldChg chg="addSp modSp mod">
        <pc:chgData name="Kumar, Pronob" userId="d02b49e2-ad8b-46c0-979e-129feda16720" providerId="ADAL" clId="{B41445B4-506B-42E6-847C-AFF3E665062E}" dt="2026-02-28T21:30:12.896" v="1099" actId="20577"/>
        <pc:sldMkLst>
          <pc:docMk/>
          <pc:sldMk cId="4256159325" sldId="264"/>
        </pc:sldMkLst>
        <pc:spChg chg="mod">
          <ac:chgData name="Kumar, Pronob" userId="d02b49e2-ad8b-46c0-979e-129feda16720" providerId="ADAL" clId="{B41445B4-506B-42E6-847C-AFF3E665062E}" dt="2026-02-28T21:28:04.477" v="997" actId="1076"/>
          <ac:spMkLst>
            <pc:docMk/>
            <pc:sldMk cId="4256159325" sldId="264"/>
            <ac:spMk id="3" creationId="{9A507855-AED7-298A-9634-C2ED25EAF518}"/>
          </ac:spMkLst>
        </pc:spChg>
        <pc:spChg chg="add mod">
          <ac:chgData name="Kumar, Pronob" userId="d02b49e2-ad8b-46c0-979e-129feda16720" providerId="ADAL" clId="{B41445B4-506B-42E6-847C-AFF3E665062E}" dt="2026-02-28T21:30:12.896" v="1099" actId="20577"/>
          <ac:spMkLst>
            <pc:docMk/>
            <pc:sldMk cId="4256159325" sldId="264"/>
            <ac:spMk id="7" creationId="{636CC0DC-95D8-6257-2896-8987AFCB7A0B}"/>
          </ac:spMkLst>
        </pc:spChg>
        <pc:picChg chg="add mod">
          <ac:chgData name="Kumar, Pronob" userId="d02b49e2-ad8b-46c0-979e-129feda16720" providerId="ADAL" clId="{B41445B4-506B-42E6-847C-AFF3E665062E}" dt="2026-02-28T21:28:26.037" v="1002" actId="14100"/>
          <ac:picMkLst>
            <pc:docMk/>
            <pc:sldMk cId="4256159325" sldId="264"/>
            <ac:picMk id="4" creationId="{B2D127C8-1047-DC51-7825-A222429E1846}"/>
          </ac:picMkLst>
        </pc:picChg>
        <pc:picChg chg="add mod">
          <ac:chgData name="Kumar, Pronob" userId="d02b49e2-ad8b-46c0-979e-129feda16720" providerId="ADAL" clId="{B41445B4-506B-42E6-847C-AFF3E665062E}" dt="2026-02-28T21:28:34.143" v="1003" actId="14100"/>
          <ac:picMkLst>
            <pc:docMk/>
            <pc:sldMk cId="4256159325" sldId="264"/>
            <ac:picMk id="6" creationId="{D95D4B59-221A-8045-36E2-A33CA2B55E65}"/>
          </ac:picMkLst>
        </pc:picChg>
      </pc:sldChg>
      <pc:sldChg chg="addSp modSp mod">
        <pc:chgData name="Kumar, Pronob" userId="d02b49e2-ad8b-46c0-979e-129feda16720" providerId="ADAL" clId="{B41445B4-506B-42E6-847C-AFF3E665062E}" dt="2026-02-28T21:27:24.798" v="985" actId="1076"/>
        <pc:sldMkLst>
          <pc:docMk/>
          <pc:sldMk cId="3738759402" sldId="265"/>
        </pc:sldMkLst>
        <pc:spChg chg="mod">
          <ac:chgData name="Kumar, Pronob" userId="d02b49e2-ad8b-46c0-979e-129feda16720" providerId="ADAL" clId="{B41445B4-506B-42E6-847C-AFF3E665062E}" dt="2026-02-28T21:25:39.776" v="868" actId="1076"/>
          <ac:spMkLst>
            <pc:docMk/>
            <pc:sldMk cId="3738759402" sldId="265"/>
            <ac:spMk id="3" creationId="{4B5922F2-ACFA-BCF1-5823-1817A87A997E}"/>
          </ac:spMkLst>
        </pc:spChg>
        <pc:spChg chg="add mod">
          <ac:chgData name="Kumar, Pronob" userId="d02b49e2-ad8b-46c0-979e-129feda16720" providerId="ADAL" clId="{B41445B4-506B-42E6-847C-AFF3E665062E}" dt="2026-02-28T21:27:24.798" v="985" actId="1076"/>
          <ac:spMkLst>
            <pc:docMk/>
            <pc:sldMk cId="3738759402" sldId="265"/>
            <ac:spMk id="5" creationId="{3BD2FD1A-4DC7-C4CD-4AD5-91D1D2CE691B}"/>
          </ac:spMkLst>
        </pc:spChg>
        <pc:picChg chg="add mod">
          <ac:chgData name="Kumar, Pronob" userId="d02b49e2-ad8b-46c0-979e-129feda16720" providerId="ADAL" clId="{B41445B4-506B-42E6-847C-AFF3E665062E}" dt="2026-02-28T21:25:44.648" v="869" actId="1076"/>
          <ac:picMkLst>
            <pc:docMk/>
            <pc:sldMk cId="3738759402" sldId="265"/>
            <ac:picMk id="4" creationId="{1B99EF25-685E-8AA2-586E-2B1C9D5F5803}"/>
          </ac:picMkLst>
        </pc:picChg>
      </pc:sldChg>
      <pc:sldChg chg="addSp delSp modSp mod">
        <pc:chgData name="Kumar, Pronob" userId="d02b49e2-ad8b-46c0-979e-129feda16720" providerId="ADAL" clId="{B41445B4-506B-42E6-847C-AFF3E665062E}" dt="2026-02-28T21:37:37.133" v="1196" actId="403"/>
        <pc:sldMkLst>
          <pc:docMk/>
          <pc:sldMk cId="1561312112" sldId="266"/>
        </pc:sldMkLst>
        <pc:spChg chg="mod">
          <ac:chgData name="Kumar, Pronob" userId="d02b49e2-ad8b-46c0-979e-129feda16720" providerId="ADAL" clId="{B41445B4-506B-42E6-847C-AFF3E665062E}" dt="2026-02-28T21:31:28.763" v="1155" actId="255"/>
          <ac:spMkLst>
            <pc:docMk/>
            <pc:sldMk cId="1561312112" sldId="266"/>
            <ac:spMk id="3" creationId="{CE16AF6D-396B-01FA-E3F5-3FC66F1A09D9}"/>
          </ac:spMkLst>
        </pc:spChg>
        <pc:spChg chg="add mod">
          <ac:chgData name="Kumar, Pronob" userId="d02b49e2-ad8b-46c0-979e-129feda16720" providerId="ADAL" clId="{B41445B4-506B-42E6-847C-AFF3E665062E}" dt="2026-02-28T21:37:37.133" v="1196" actId="403"/>
          <ac:spMkLst>
            <pc:docMk/>
            <pc:sldMk cId="1561312112" sldId="266"/>
            <ac:spMk id="11" creationId="{F72C558E-5FC3-BD5C-A25E-84E3F0E91338}"/>
          </ac:spMkLst>
        </pc:spChg>
        <pc:picChg chg="add del">
          <ac:chgData name="Kumar, Pronob" userId="d02b49e2-ad8b-46c0-979e-129feda16720" providerId="ADAL" clId="{B41445B4-506B-42E6-847C-AFF3E665062E}" dt="2026-02-28T21:32:08.190" v="1157" actId="22"/>
          <ac:picMkLst>
            <pc:docMk/>
            <pc:sldMk cId="1561312112" sldId="266"/>
            <ac:picMk id="4" creationId="{43249E44-A9A0-04B5-B678-7C4A17D910C1}"/>
          </ac:picMkLst>
        </pc:picChg>
        <pc:picChg chg="add del">
          <ac:chgData name="Kumar, Pronob" userId="d02b49e2-ad8b-46c0-979e-129feda16720" providerId="ADAL" clId="{B41445B4-506B-42E6-847C-AFF3E665062E}" dt="2026-02-28T21:33:04.667" v="1159" actId="478"/>
          <ac:picMkLst>
            <pc:docMk/>
            <pc:sldMk cId="1561312112" sldId="266"/>
            <ac:picMk id="6" creationId="{7B2FED92-931D-7AFF-E9AC-D9A932E0FCF0}"/>
          </ac:picMkLst>
        </pc:picChg>
        <pc:picChg chg="add del mod">
          <ac:chgData name="Kumar, Pronob" userId="d02b49e2-ad8b-46c0-979e-129feda16720" providerId="ADAL" clId="{B41445B4-506B-42E6-847C-AFF3E665062E}" dt="2026-02-28T21:35:53.524" v="1162" actId="478"/>
          <ac:picMkLst>
            <pc:docMk/>
            <pc:sldMk cId="1561312112" sldId="266"/>
            <ac:picMk id="8" creationId="{1D5B54E8-077D-1D42-22A8-469FD83F97E9}"/>
          </ac:picMkLst>
        </pc:picChg>
        <pc:picChg chg="add mod">
          <ac:chgData name="Kumar, Pronob" userId="d02b49e2-ad8b-46c0-979e-129feda16720" providerId="ADAL" clId="{B41445B4-506B-42E6-847C-AFF3E665062E}" dt="2026-02-28T21:36:02.850" v="1166" actId="1076"/>
          <ac:picMkLst>
            <pc:docMk/>
            <pc:sldMk cId="1561312112" sldId="266"/>
            <ac:picMk id="10" creationId="{E30BCDFB-8374-4D0A-6FB7-D4CF24FCB854}"/>
          </ac:picMkLst>
        </pc:picChg>
      </pc:sldChg>
      <pc:sldChg chg="addSp delSp modSp add del mod">
        <pc:chgData name="Kumar, Pronob" userId="d02b49e2-ad8b-46c0-979e-129feda16720" providerId="ADAL" clId="{B41445B4-506B-42E6-847C-AFF3E665062E}" dt="2026-02-28T21:40:04.673" v="1304" actId="47"/>
        <pc:sldMkLst>
          <pc:docMk/>
          <pc:sldMk cId="1615472381" sldId="268"/>
        </pc:sldMkLst>
        <pc:spChg chg="mod">
          <ac:chgData name="Kumar, Pronob" userId="d02b49e2-ad8b-46c0-979e-129feda16720" providerId="ADAL" clId="{B41445B4-506B-42E6-847C-AFF3E665062E}" dt="2026-02-28T21:39:55.545" v="1301" actId="403"/>
          <ac:spMkLst>
            <pc:docMk/>
            <pc:sldMk cId="1615472381" sldId="268"/>
            <ac:spMk id="2" creationId="{DB77DF34-B729-6151-6209-6FC8E030416D}"/>
          </ac:spMkLst>
        </pc:spChg>
        <pc:spChg chg="del mod">
          <ac:chgData name="Kumar, Pronob" userId="d02b49e2-ad8b-46c0-979e-129feda16720" providerId="ADAL" clId="{B41445B4-506B-42E6-847C-AFF3E665062E}" dt="2026-02-28T21:38:54.582" v="1282"/>
          <ac:spMkLst>
            <pc:docMk/>
            <pc:sldMk cId="1615472381" sldId="268"/>
            <ac:spMk id="5" creationId="{3D44C95D-670E-76D6-894F-24E9EB07C493}"/>
          </ac:spMkLst>
        </pc:spChg>
        <pc:picChg chg="add mod">
          <ac:chgData name="Kumar, Pronob" userId="d02b49e2-ad8b-46c0-979e-129feda16720" providerId="ADAL" clId="{B41445B4-506B-42E6-847C-AFF3E665062E}" dt="2026-02-28T21:40:00.012" v="1302" actId="1076"/>
          <ac:picMkLst>
            <pc:docMk/>
            <pc:sldMk cId="1615472381" sldId="268"/>
            <ac:picMk id="4" creationId="{6DA6647C-C68B-5001-A8A1-7C36A5B84196}"/>
          </ac:picMkLst>
        </pc:picChg>
      </pc:sldChg>
      <pc:sldChg chg="del">
        <pc:chgData name="Kumar, Pronob" userId="d02b49e2-ad8b-46c0-979e-129feda16720" providerId="ADAL" clId="{B41445B4-506B-42E6-847C-AFF3E665062E}" dt="2026-02-28T21:40:06.957" v="1305" actId="47"/>
        <pc:sldMkLst>
          <pc:docMk/>
          <pc:sldMk cId="2119702881" sldId="269"/>
        </pc:sldMkLst>
      </pc:sldChg>
      <pc:sldChg chg="addSp modSp mod">
        <pc:chgData name="Kumar, Pronob" userId="d02b49e2-ad8b-46c0-979e-129feda16720" providerId="ADAL" clId="{B41445B4-506B-42E6-847C-AFF3E665062E}" dt="2026-02-28T21:46:58.333" v="1404" actId="20577"/>
        <pc:sldMkLst>
          <pc:docMk/>
          <pc:sldMk cId="2635568907" sldId="270"/>
        </pc:sldMkLst>
        <pc:spChg chg="add mod">
          <ac:chgData name="Kumar, Pronob" userId="d02b49e2-ad8b-46c0-979e-129feda16720" providerId="ADAL" clId="{B41445B4-506B-42E6-847C-AFF3E665062E}" dt="2026-02-28T21:46:58.333" v="1404" actId="20577"/>
          <ac:spMkLst>
            <pc:docMk/>
            <pc:sldMk cId="2635568907" sldId="270"/>
            <ac:spMk id="4" creationId="{2B35870D-C1FD-2537-5F23-9A7B45D1130F}"/>
          </ac:spMkLst>
        </pc:spChg>
      </pc:sldChg>
    </pc:docChg>
  </pc:docChgLst>
  <pc:docChgLst>
    <pc:chgData name="Weber, Walter E" userId="S::ke9712wb@go.minnstate.edu::04fb7385-cd6c-43f1-bcbc-0e8fd80cc4d2" providerId="AD" clId="Web-{4CF7F5C5-5D92-003F-7452-B2B7749D4642}"/>
    <pc:docChg chg="addSld delSld modSld">
      <pc:chgData name="Weber, Walter E" userId="S::ke9712wb@go.minnstate.edu::04fb7385-cd6c-43f1-bcbc-0e8fd80cc4d2" providerId="AD" clId="Web-{4CF7F5C5-5D92-003F-7452-B2B7749D4642}" dt="2026-02-28T21:39:01.685" v="907" actId="20577"/>
      <pc:docMkLst>
        <pc:docMk/>
      </pc:docMkLst>
      <pc:sldChg chg="addSp modSp">
        <pc:chgData name="Weber, Walter E" userId="S::ke9712wb@go.minnstate.edu::04fb7385-cd6c-43f1-bcbc-0e8fd80cc4d2" providerId="AD" clId="Web-{4CF7F5C5-5D92-003F-7452-B2B7749D4642}" dt="2026-02-28T21:25:37.911" v="754" actId="20577"/>
        <pc:sldMkLst>
          <pc:docMk/>
          <pc:sldMk cId="2287566913" sldId="257"/>
        </pc:sldMkLst>
        <pc:spChg chg="add mod">
          <ac:chgData name="Weber, Walter E" userId="S::ke9712wb@go.minnstate.edu::04fb7385-cd6c-43f1-bcbc-0e8fd80cc4d2" providerId="AD" clId="Web-{4CF7F5C5-5D92-003F-7452-B2B7749D4642}" dt="2026-02-28T21:25:08.723" v="748" actId="14100"/>
          <ac:spMkLst>
            <pc:docMk/>
            <pc:sldMk cId="2287566913" sldId="257"/>
            <ac:spMk id="2" creationId="{46F82388-511D-B6FA-A49F-D5DABD44F454}"/>
          </ac:spMkLst>
        </pc:spChg>
        <pc:spChg chg="mod">
          <ac:chgData name="Weber, Walter E" userId="S::ke9712wb@go.minnstate.edu::04fb7385-cd6c-43f1-bcbc-0e8fd80cc4d2" providerId="AD" clId="Web-{4CF7F5C5-5D92-003F-7452-B2B7749D4642}" dt="2026-02-28T21:25:37.911" v="754" actId="20577"/>
          <ac:spMkLst>
            <pc:docMk/>
            <pc:sldMk cId="2287566913" sldId="257"/>
            <ac:spMk id="5" creationId="{8832276C-189E-74B4-9947-6E99D77EC2C0}"/>
          </ac:spMkLst>
        </pc:spChg>
      </pc:sldChg>
      <pc:sldChg chg="addSp delSp modSp new">
        <pc:chgData name="Weber, Walter E" userId="S::ke9712wb@go.minnstate.edu::04fb7385-cd6c-43f1-bcbc-0e8fd80cc4d2" providerId="AD" clId="Web-{4CF7F5C5-5D92-003F-7452-B2B7749D4642}" dt="2026-02-28T21:35:38.357" v="863" actId="20577"/>
        <pc:sldMkLst>
          <pc:docMk/>
          <pc:sldMk cId="1461446620" sldId="258"/>
        </pc:sldMkLst>
        <pc:spChg chg="add mod">
          <ac:chgData name="Weber, Walter E" userId="S::ke9712wb@go.minnstate.edu::04fb7385-cd6c-43f1-bcbc-0e8fd80cc4d2" providerId="AD" clId="Web-{4CF7F5C5-5D92-003F-7452-B2B7749D4642}" dt="2026-02-28T21:35:38.357" v="863" actId="20577"/>
          <ac:spMkLst>
            <pc:docMk/>
            <pc:sldMk cId="1461446620" sldId="258"/>
            <ac:spMk id="2" creationId="{25CCF194-7100-E8E2-06B4-11C3E3EBC437}"/>
          </ac:spMkLst>
        </pc:spChg>
        <pc:spChg chg="add del">
          <ac:chgData name="Weber, Walter E" userId="S::ke9712wb@go.minnstate.edu::04fb7385-cd6c-43f1-bcbc-0e8fd80cc4d2" providerId="AD" clId="Web-{4CF7F5C5-5D92-003F-7452-B2B7749D4642}" dt="2026-02-28T20:10:56.278" v="24"/>
          <ac:spMkLst>
            <pc:docMk/>
            <pc:sldMk cId="1461446620" sldId="258"/>
            <ac:spMk id="2" creationId="{78F233BD-913D-7222-7950-7D84C378BF42}"/>
          </ac:spMkLst>
        </pc:spChg>
        <pc:spChg chg="add mod">
          <ac:chgData name="Weber, Walter E" userId="S::ke9712wb@go.minnstate.edu::04fb7385-cd6c-43f1-bcbc-0e8fd80cc4d2" providerId="AD" clId="Web-{4CF7F5C5-5D92-003F-7452-B2B7749D4642}" dt="2026-02-28T21:26:04.911" v="758" actId="20577"/>
          <ac:spMkLst>
            <pc:docMk/>
            <pc:sldMk cId="1461446620" sldId="258"/>
            <ac:spMk id="3" creationId="{624553A7-5217-C92E-EE8C-2B999E346ABD}"/>
          </ac:spMkLst>
        </pc:spChg>
        <pc:spChg chg="add mod">
          <ac:chgData name="Weber, Walter E" userId="S::ke9712wb@go.minnstate.edu::04fb7385-cd6c-43f1-bcbc-0e8fd80cc4d2" providerId="AD" clId="Web-{4CF7F5C5-5D92-003F-7452-B2B7749D4642}" dt="2026-02-28T21:25:56.629" v="755" actId="20577"/>
          <ac:spMkLst>
            <pc:docMk/>
            <pc:sldMk cId="1461446620" sldId="258"/>
            <ac:spMk id="4" creationId="{9C0BE16F-515E-19B8-17F9-0CBF9979B81C}"/>
          </ac:spMkLst>
        </pc:spChg>
        <pc:spChg chg="add mod">
          <ac:chgData name="Weber, Walter E" userId="S::ke9712wb@go.minnstate.edu::04fb7385-cd6c-43f1-bcbc-0e8fd80cc4d2" providerId="AD" clId="Web-{4CF7F5C5-5D92-003F-7452-B2B7749D4642}" dt="2026-02-28T21:26:01.067" v="757" actId="20577"/>
          <ac:spMkLst>
            <pc:docMk/>
            <pc:sldMk cId="1461446620" sldId="258"/>
            <ac:spMk id="6" creationId="{F071803E-D6A0-24C3-DB34-1D9D1D52BD35}"/>
          </ac:spMkLst>
        </pc:spChg>
        <pc:picChg chg="add del mod">
          <ac:chgData name="Weber, Walter E" userId="S::ke9712wb@go.minnstate.edu::04fb7385-cd6c-43f1-bcbc-0e8fd80cc4d2" providerId="AD" clId="Web-{4CF7F5C5-5D92-003F-7452-B2B7749D4642}" dt="2026-02-28T20:23:09.624" v="174"/>
          <ac:picMkLst>
            <pc:docMk/>
            <pc:sldMk cId="1461446620" sldId="258"/>
            <ac:picMk id="5" creationId="{50B8A0FE-C33D-EE09-116B-5C75F455DB05}"/>
          </ac:picMkLst>
        </pc:picChg>
        <pc:picChg chg="add del mod">
          <ac:chgData name="Weber, Walter E" userId="S::ke9712wb@go.minnstate.edu::04fb7385-cd6c-43f1-bcbc-0e8fd80cc4d2" providerId="AD" clId="Web-{4CF7F5C5-5D92-003F-7452-B2B7749D4642}" dt="2026-02-28T20:34:01.718" v="204"/>
          <ac:picMkLst>
            <pc:docMk/>
            <pc:sldMk cId="1461446620" sldId="258"/>
            <ac:picMk id="7" creationId="{59FA3D79-2179-6951-61F2-4D80636ED6D4}"/>
          </ac:picMkLst>
        </pc:picChg>
        <pc:picChg chg="add mod">
          <ac:chgData name="Weber, Walter E" userId="S::ke9712wb@go.minnstate.edu::04fb7385-cd6c-43f1-bcbc-0e8fd80cc4d2" providerId="AD" clId="Web-{4CF7F5C5-5D92-003F-7452-B2B7749D4642}" dt="2026-02-28T20:23:23.078" v="178" actId="14100"/>
          <ac:picMkLst>
            <pc:docMk/>
            <pc:sldMk cId="1461446620" sldId="258"/>
            <ac:picMk id="8" creationId="{0E123127-48EF-E656-DA6F-01579D1F9167}"/>
          </ac:picMkLst>
        </pc:picChg>
      </pc:sldChg>
      <pc:sldChg chg="modSp">
        <pc:chgData name="Weber, Walter E" userId="S::ke9712wb@go.minnstate.edu::04fb7385-cd6c-43f1-bcbc-0e8fd80cc4d2" providerId="AD" clId="Web-{4CF7F5C5-5D92-003F-7452-B2B7749D4642}" dt="2026-02-28T21:36:09.685" v="864" actId="14100"/>
        <pc:sldMkLst>
          <pc:docMk/>
          <pc:sldMk cId="2557246359" sldId="259"/>
        </pc:sldMkLst>
        <pc:spChg chg="mod">
          <ac:chgData name="Weber, Walter E" userId="S::ke9712wb@go.minnstate.edu::04fb7385-cd6c-43f1-bcbc-0e8fd80cc4d2" providerId="AD" clId="Web-{4CF7F5C5-5D92-003F-7452-B2B7749D4642}" dt="2026-02-28T21:36:09.685" v="864" actId="14100"/>
          <ac:spMkLst>
            <pc:docMk/>
            <pc:sldMk cId="2557246359" sldId="259"/>
            <ac:spMk id="5" creationId="{856EF08C-A5CF-5E5E-936D-B47B450A6718}"/>
          </ac:spMkLst>
        </pc:spChg>
      </pc:sldChg>
      <pc:sldChg chg="addSp delSp modSp new">
        <pc:chgData name="Weber, Walter E" userId="S::ke9712wb@go.minnstate.edu::04fb7385-cd6c-43f1-bcbc-0e8fd80cc4d2" providerId="AD" clId="Web-{4CF7F5C5-5D92-003F-7452-B2B7749D4642}" dt="2026-02-28T21:24:31.536" v="742" actId="20577"/>
        <pc:sldMkLst>
          <pc:docMk/>
          <pc:sldMk cId="3221513061" sldId="261"/>
        </pc:sldMkLst>
        <pc:spChg chg="add mod">
          <ac:chgData name="Weber, Walter E" userId="S::ke9712wb@go.minnstate.edu::04fb7385-cd6c-43f1-bcbc-0e8fd80cc4d2" providerId="AD" clId="Web-{4CF7F5C5-5D92-003F-7452-B2B7749D4642}" dt="2026-02-28T21:24:31.536" v="742" actId="20577"/>
          <ac:spMkLst>
            <pc:docMk/>
            <pc:sldMk cId="3221513061" sldId="261"/>
            <ac:spMk id="4" creationId="{19E91DE6-B179-D335-6597-08A5753B28DF}"/>
          </ac:spMkLst>
        </pc:spChg>
        <pc:spChg chg="add mod">
          <ac:chgData name="Weber, Walter E" userId="S::ke9712wb@go.minnstate.edu::04fb7385-cd6c-43f1-bcbc-0e8fd80cc4d2" providerId="AD" clId="Web-{4CF7F5C5-5D92-003F-7452-B2B7749D4642}" dt="2026-02-28T21:24:27.520" v="741" actId="20577"/>
          <ac:spMkLst>
            <pc:docMk/>
            <pc:sldMk cId="3221513061" sldId="261"/>
            <ac:spMk id="5" creationId="{6E3FD651-4AC8-2E24-0762-9D6B2F634199}"/>
          </ac:spMkLst>
        </pc:spChg>
        <pc:spChg chg="add mod">
          <ac:chgData name="Weber, Walter E" userId="S::ke9712wb@go.minnstate.edu::04fb7385-cd6c-43f1-bcbc-0e8fd80cc4d2" providerId="AD" clId="Web-{4CF7F5C5-5D92-003F-7452-B2B7749D4642}" dt="2026-02-28T21:24:23.036" v="740" actId="20577"/>
          <ac:spMkLst>
            <pc:docMk/>
            <pc:sldMk cId="3221513061" sldId="261"/>
            <ac:spMk id="6" creationId="{4B2BB9FB-ED8B-6604-9A28-735A8B422904}"/>
          </ac:spMkLst>
        </pc:spChg>
        <pc:spChg chg="add mod">
          <ac:chgData name="Weber, Walter E" userId="S::ke9712wb@go.minnstate.edu::04fb7385-cd6c-43f1-bcbc-0e8fd80cc4d2" providerId="AD" clId="Web-{4CF7F5C5-5D92-003F-7452-B2B7749D4642}" dt="2026-02-28T21:24:16.629" v="739" actId="20577"/>
          <ac:spMkLst>
            <pc:docMk/>
            <pc:sldMk cId="3221513061" sldId="261"/>
            <ac:spMk id="7" creationId="{B45A3BF0-7AF4-FA92-CF76-98BDB92EFE1B}"/>
          </ac:spMkLst>
        </pc:spChg>
        <pc:spChg chg="add del">
          <ac:chgData name="Weber, Walter E" userId="S::ke9712wb@go.minnstate.edu::04fb7385-cd6c-43f1-bcbc-0e8fd80cc4d2" providerId="AD" clId="Web-{4CF7F5C5-5D92-003F-7452-B2B7749D4642}" dt="2026-02-28T21:05:50.308" v="652"/>
          <ac:spMkLst>
            <pc:docMk/>
            <pc:sldMk cId="3221513061" sldId="261"/>
            <ac:spMk id="8" creationId="{6C0DE608-A3B2-2390-97E5-B5237CDF0772}"/>
          </ac:spMkLst>
        </pc:spChg>
        <pc:spChg chg="add mod">
          <ac:chgData name="Weber, Walter E" userId="S::ke9712wb@go.minnstate.edu::04fb7385-cd6c-43f1-bcbc-0e8fd80cc4d2" providerId="AD" clId="Web-{4CF7F5C5-5D92-003F-7452-B2B7749D4642}" dt="2026-02-28T21:06:23.667" v="654" actId="14100"/>
          <ac:spMkLst>
            <pc:docMk/>
            <pc:sldMk cId="3221513061" sldId="261"/>
            <ac:spMk id="9" creationId="{7386DD9A-A96D-78B0-FED2-9DC59084BD42}"/>
          </ac:spMkLst>
        </pc:spChg>
        <pc:spChg chg="add mod">
          <ac:chgData name="Weber, Walter E" userId="S::ke9712wb@go.minnstate.edu::04fb7385-cd6c-43f1-bcbc-0e8fd80cc4d2" providerId="AD" clId="Web-{4CF7F5C5-5D92-003F-7452-B2B7749D4642}" dt="2026-02-28T21:06:45.995" v="659" actId="14100"/>
          <ac:spMkLst>
            <pc:docMk/>
            <pc:sldMk cId="3221513061" sldId="261"/>
            <ac:spMk id="10" creationId="{FD6F3FCD-0AE7-6053-35F9-55D9B9F50353}"/>
          </ac:spMkLst>
        </pc:spChg>
        <pc:spChg chg="add del mod">
          <ac:chgData name="Weber, Walter E" userId="S::ke9712wb@go.minnstate.edu::04fb7385-cd6c-43f1-bcbc-0e8fd80cc4d2" providerId="AD" clId="Web-{4CF7F5C5-5D92-003F-7452-B2B7749D4642}" dt="2026-02-28T21:07:20.260" v="671"/>
          <ac:spMkLst>
            <pc:docMk/>
            <pc:sldMk cId="3221513061" sldId="261"/>
            <ac:spMk id="11" creationId="{9F208F54-944B-B3FA-137D-DE65FA1968D6}"/>
          </ac:spMkLst>
        </pc:spChg>
        <pc:picChg chg="add mod">
          <ac:chgData name="Weber, Walter E" userId="S::ke9712wb@go.minnstate.edu::04fb7385-cd6c-43f1-bcbc-0e8fd80cc4d2" providerId="AD" clId="Web-{4CF7F5C5-5D92-003F-7452-B2B7749D4642}" dt="2026-02-28T20:57:44.745" v="324" actId="1076"/>
          <ac:picMkLst>
            <pc:docMk/>
            <pc:sldMk cId="3221513061" sldId="261"/>
            <ac:picMk id="2" creationId="{FC3A7CD0-E56C-FEC5-DF92-377D0474FBC1}"/>
          </ac:picMkLst>
        </pc:picChg>
        <pc:picChg chg="add mod">
          <ac:chgData name="Weber, Walter E" userId="S::ke9712wb@go.minnstate.edu::04fb7385-cd6c-43f1-bcbc-0e8fd80cc4d2" providerId="AD" clId="Web-{4CF7F5C5-5D92-003F-7452-B2B7749D4642}" dt="2026-02-28T20:57:23.480" v="316" actId="1076"/>
          <ac:picMkLst>
            <pc:docMk/>
            <pc:sldMk cId="3221513061" sldId="261"/>
            <ac:picMk id="3" creationId="{391432EC-F70D-58C2-6539-BADE8793C008}"/>
          </ac:picMkLst>
        </pc:picChg>
      </pc:sldChg>
      <pc:sldChg chg="addSp modSp new">
        <pc:chgData name="Weber, Walter E" userId="S::ke9712wb@go.minnstate.edu::04fb7385-cd6c-43f1-bcbc-0e8fd80cc4d2" providerId="AD" clId="Web-{4CF7F5C5-5D92-003F-7452-B2B7749D4642}" dt="2026-02-28T21:24:55.176" v="745" actId="20577"/>
        <pc:sldMkLst>
          <pc:docMk/>
          <pc:sldMk cId="2408984607" sldId="263"/>
        </pc:sldMkLst>
        <pc:spChg chg="add mod">
          <ac:chgData name="Weber, Walter E" userId="S::ke9712wb@go.minnstate.edu::04fb7385-cd6c-43f1-bcbc-0e8fd80cc4d2" providerId="AD" clId="Web-{4CF7F5C5-5D92-003F-7452-B2B7749D4642}" dt="2026-02-28T21:24:45.989" v="744" actId="20577"/>
          <ac:spMkLst>
            <pc:docMk/>
            <pc:sldMk cId="2408984607" sldId="263"/>
            <ac:spMk id="3" creationId="{D0DFA83B-231C-0C9A-2549-7CF0FD9895E6}"/>
          </ac:spMkLst>
        </pc:spChg>
        <pc:spChg chg="add mod">
          <ac:chgData name="Weber, Walter E" userId="S::ke9712wb@go.minnstate.edu::04fb7385-cd6c-43f1-bcbc-0e8fd80cc4d2" providerId="AD" clId="Web-{4CF7F5C5-5D92-003F-7452-B2B7749D4642}" dt="2026-02-28T21:24:39.020" v="743" actId="20577"/>
          <ac:spMkLst>
            <pc:docMk/>
            <pc:sldMk cId="2408984607" sldId="263"/>
            <ac:spMk id="4" creationId="{DFF1EA4B-747D-53BE-9C84-7C3FFF6DC4D8}"/>
          </ac:spMkLst>
        </pc:spChg>
        <pc:spChg chg="add mod">
          <ac:chgData name="Weber, Walter E" userId="S::ke9712wb@go.minnstate.edu::04fb7385-cd6c-43f1-bcbc-0e8fd80cc4d2" providerId="AD" clId="Web-{4CF7F5C5-5D92-003F-7452-B2B7749D4642}" dt="2026-02-28T21:24:55.176" v="745" actId="20577"/>
          <ac:spMkLst>
            <pc:docMk/>
            <pc:sldMk cId="2408984607" sldId="263"/>
            <ac:spMk id="5" creationId="{FE78A168-E418-58FB-3B03-F216CE80888D}"/>
          </ac:spMkLst>
        </pc:spChg>
        <pc:picChg chg="add mod">
          <ac:chgData name="Weber, Walter E" userId="S::ke9712wb@go.minnstate.edu::04fb7385-cd6c-43f1-bcbc-0e8fd80cc4d2" providerId="AD" clId="Web-{4CF7F5C5-5D92-003F-7452-B2B7749D4642}" dt="2026-02-28T21:04:05.386" v="599" actId="14100"/>
          <ac:picMkLst>
            <pc:docMk/>
            <pc:sldMk cId="2408984607" sldId="263"/>
            <ac:picMk id="2" creationId="{23E123CD-2412-C275-5C26-1269D3D1FC70}"/>
          </ac:picMkLst>
        </pc:picChg>
      </pc:sldChg>
      <pc:sldChg chg="addSp modSp">
        <pc:chgData name="Weber, Walter E" userId="S::ke9712wb@go.minnstate.edu::04fb7385-cd6c-43f1-bcbc-0e8fd80cc4d2" providerId="AD" clId="Web-{4CF7F5C5-5D92-003F-7452-B2B7749D4642}" dt="2026-02-28T21:39:01.685" v="907" actId="20577"/>
        <pc:sldMkLst>
          <pc:docMk/>
          <pc:sldMk cId="2635568907" sldId="270"/>
        </pc:sldMkLst>
        <pc:spChg chg="add mod">
          <ac:chgData name="Weber, Walter E" userId="S::ke9712wb@go.minnstate.edu::04fb7385-cd6c-43f1-bcbc-0e8fd80cc4d2" providerId="AD" clId="Web-{4CF7F5C5-5D92-003F-7452-B2B7749D4642}" dt="2026-02-28T21:39:01.685" v="907" actId="20577"/>
          <ac:spMkLst>
            <pc:docMk/>
            <pc:sldMk cId="2635568907" sldId="270"/>
            <ac:spMk id="3" creationId="{87CAFC03-C6C7-98AA-21A0-CA224D98C899}"/>
          </ac:spMkLst>
        </pc:spChg>
      </pc:sldChg>
      <pc:sldChg chg="addSp modSp new del">
        <pc:chgData name="Weber, Walter E" userId="S::ke9712wb@go.minnstate.edu::04fb7385-cd6c-43f1-bcbc-0e8fd80cc4d2" providerId="AD" clId="Web-{4CF7F5C5-5D92-003F-7452-B2B7749D4642}" dt="2026-02-28T21:38:35.435" v="887"/>
        <pc:sldMkLst>
          <pc:docMk/>
          <pc:sldMk cId="961236055" sldId="271"/>
        </pc:sldMkLst>
        <pc:spChg chg="add mod">
          <ac:chgData name="Weber, Walter E" userId="S::ke9712wb@go.minnstate.edu::04fb7385-cd6c-43f1-bcbc-0e8fd80cc4d2" providerId="AD" clId="Web-{4CF7F5C5-5D92-003F-7452-B2B7749D4642}" dt="2026-02-28T21:38:29.607" v="886" actId="20577"/>
          <ac:spMkLst>
            <pc:docMk/>
            <pc:sldMk cId="961236055" sldId="271"/>
            <ac:spMk id="2" creationId="{620C3E5D-9542-17FB-76C3-A0BF3A164BF2}"/>
          </ac:spMkLst>
        </pc:spChg>
      </pc:sldChg>
    </pc:docChg>
  </pc:docChgLst>
  <pc:docChgLst>
    <pc:chgData name="McKinzie, Ian D" userId="S::hc2176sr@go.minnstate.edu::52c18634-876e-4914-b9b5-230e12b94111" providerId="AD" clId="Web-{FA9F7397-AC26-1A94-8469-3EB642366FE5}"/>
    <pc:docChg chg="mod addSld modSld addMainMaster delMainMaster">
      <pc:chgData name="McKinzie, Ian D" userId="S::hc2176sr@go.minnstate.edu::52c18634-876e-4914-b9b5-230e12b94111" providerId="AD" clId="Web-{FA9F7397-AC26-1A94-8469-3EB642366FE5}" dt="2026-02-28T21:38:39.591" v="312" actId="20577"/>
      <pc:docMkLst>
        <pc:docMk/>
      </pc:docMkLst>
      <pc:sldChg chg="addSp delSp modSp mod setBg modClrScheme setClrOvrMap delDesignElem chgLayout">
        <pc:chgData name="McKinzie, Ian D" userId="S::hc2176sr@go.minnstate.edu::52c18634-876e-4914-b9b5-230e12b94111" providerId="AD" clId="Web-{FA9F7397-AC26-1A94-8469-3EB642366FE5}" dt="2026-02-28T20:30:54.096" v="117"/>
        <pc:sldMkLst>
          <pc:docMk/>
          <pc:sldMk cId="2287566913" sldId="257"/>
        </pc:sldMkLst>
        <pc:spChg chg="add del mod">
          <ac:chgData name="McKinzie, Ian D" userId="S::hc2176sr@go.minnstate.edu::52c18634-876e-4914-b9b5-230e12b94111" providerId="AD" clId="Web-{FA9F7397-AC26-1A94-8469-3EB642366FE5}" dt="2026-02-28T20:03:45.469" v="3"/>
          <ac:spMkLst>
            <pc:docMk/>
            <pc:sldMk cId="2287566913" sldId="257"/>
            <ac:spMk id="3" creationId="{407AFB56-FABB-5AA8-EB7A-1D7B33E5F779}"/>
          </ac:spMkLst>
        </pc:spChg>
        <pc:spChg chg="add del ord">
          <ac:chgData name="McKinzie, Ian D" userId="S::hc2176sr@go.minnstate.edu::52c18634-876e-4914-b9b5-230e12b94111" providerId="AD" clId="Web-{FA9F7397-AC26-1A94-8469-3EB642366FE5}" dt="2026-02-28T20:10:05.908" v="92"/>
          <ac:spMkLst>
            <pc:docMk/>
            <pc:sldMk cId="2287566913" sldId="257"/>
            <ac:spMk id="4" creationId="{B6ECF687-73C7-5532-12D8-5BBBBEB5DE3D}"/>
          </ac:spMkLst>
        </pc:spChg>
        <pc:spChg chg="add del mod">
          <ac:chgData name="McKinzie, Ian D" userId="S::hc2176sr@go.minnstate.edu::52c18634-876e-4914-b9b5-230e12b94111" providerId="AD" clId="Web-{FA9F7397-AC26-1A94-8469-3EB642366FE5}" dt="2026-02-28T20:11:37.314" v="110" actId="20577"/>
          <ac:spMkLst>
            <pc:docMk/>
            <pc:sldMk cId="2287566913" sldId="257"/>
            <ac:spMk id="5" creationId="{8832276C-189E-74B4-9947-6E99D77EC2C0}"/>
          </ac:spMkLst>
        </pc:spChg>
        <pc:spChg chg="add del">
          <ac:chgData name="McKinzie, Ian D" userId="S::hc2176sr@go.minnstate.edu::52c18634-876e-4914-b9b5-230e12b94111" providerId="AD" clId="Web-{FA9F7397-AC26-1A94-8469-3EB642366FE5}" dt="2026-02-28T20:10:05.876" v="91"/>
          <ac:spMkLst>
            <pc:docMk/>
            <pc:sldMk cId="2287566913" sldId="257"/>
            <ac:spMk id="14" creationId="{4FA533C5-33E3-4611-AF9F-72811D8B26A6}"/>
          </ac:spMkLst>
        </pc:spChg>
        <pc:spChg chg="add del">
          <ac:chgData name="McKinzie, Ian D" userId="S::hc2176sr@go.minnstate.edu::52c18634-876e-4914-b9b5-230e12b94111" providerId="AD" clId="Web-{FA9F7397-AC26-1A94-8469-3EB642366FE5}" dt="2026-02-28T20:10:05.876" v="91"/>
          <ac:spMkLst>
            <pc:docMk/>
            <pc:sldMk cId="2287566913" sldId="257"/>
            <ac:spMk id="20" creationId="{87F0FDC4-AD8C-47D9-9131-623C98ADB0AE}"/>
          </ac:spMkLst>
        </pc:spChg>
        <pc:spChg chg="add del">
          <ac:chgData name="McKinzie, Ian D" userId="S::hc2176sr@go.minnstate.edu::52c18634-876e-4914-b9b5-230e12b94111" providerId="AD" clId="Web-{FA9F7397-AC26-1A94-8469-3EB642366FE5}" dt="2026-02-28T20:10:44.173" v="100"/>
          <ac:spMkLst>
            <pc:docMk/>
            <pc:sldMk cId="2287566913" sldId="257"/>
            <ac:spMk id="22" creationId="{052BEFF1-896C-45B1-B02C-96A6A1BC389A}"/>
          </ac:spMkLst>
        </pc:spChg>
        <pc:spChg chg="add del">
          <ac:chgData name="McKinzie, Ian D" userId="S::hc2176sr@go.minnstate.edu::52c18634-876e-4914-b9b5-230e12b94111" providerId="AD" clId="Web-{FA9F7397-AC26-1A94-8469-3EB642366FE5}" dt="2026-02-28T20:10:44.173" v="100"/>
          <ac:spMkLst>
            <pc:docMk/>
            <pc:sldMk cId="2287566913" sldId="257"/>
            <ac:spMk id="24" creationId="{0BA768A8-4FED-4ED8-9E46-6BE72188ECD2}"/>
          </ac:spMkLst>
        </pc:spChg>
        <pc:spChg chg="add del">
          <ac:chgData name="McKinzie, Ian D" userId="S::hc2176sr@go.minnstate.edu::52c18634-876e-4914-b9b5-230e12b94111" providerId="AD" clId="Web-{FA9F7397-AC26-1A94-8469-3EB642366FE5}" dt="2026-02-28T20:10:44.173" v="100"/>
          <ac:spMkLst>
            <pc:docMk/>
            <pc:sldMk cId="2287566913" sldId="257"/>
            <ac:spMk id="26" creationId="{BB237A14-61B1-4C00-A670-5D8D68A8668E}"/>
          </ac:spMkLst>
        </pc:spChg>
        <pc:spChg chg="add">
          <ac:chgData name="McKinzie, Ian D" userId="S::hc2176sr@go.minnstate.edu::52c18634-876e-4914-b9b5-230e12b94111" providerId="AD" clId="Web-{FA9F7397-AC26-1A94-8469-3EB642366FE5}" dt="2026-02-28T20:10:05.908" v="92"/>
          <ac:spMkLst>
            <pc:docMk/>
            <pc:sldMk cId="2287566913" sldId="257"/>
            <ac:spMk id="27" creationId="{4FA533C5-33E3-4611-AF9F-72811D8B26A6}"/>
          </ac:spMkLst>
        </pc:spChg>
        <pc:spChg chg="add del">
          <ac:chgData name="McKinzie, Ian D" userId="S::hc2176sr@go.minnstate.edu::52c18634-876e-4914-b9b5-230e12b94111" providerId="AD" clId="Web-{FA9F7397-AC26-1A94-8469-3EB642366FE5}" dt="2026-02-28T20:10:44.173" v="100"/>
          <ac:spMkLst>
            <pc:docMk/>
            <pc:sldMk cId="2287566913" sldId="257"/>
            <ac:spMk id="28" creationId="{8598F259-6F54-47A3-8D13-1603D786A328}"/>
          </ac:spMkLst>
        </pc:spChg>
        <pc:spChg chg="add">
          <ac:chgData name="McKinzie, Ian D" userId="S::hc2176sr@go.minnstate.edu::52c18634-876e-4914-b9b5-230e12b94111" providerId="AD" clId="Web-{FA9F7397-AC26-1A94-8469-3EB642366FE5}" dt="2026-02-28T20:10:05.908" v="92"/>
          <ac:spMkLst>
            <pc:docMk/>
            <pc:sldMk cId="2287566913" sldId="257"/>
            <ac:spMk id="31" creationId="{87F0FDC4-AD8C-47D9-9131-623C98ADB0AE}"/>
          </ac:spMkLst>
        </pc:spChg>
        <pc:spChg chg="add del">
          <ac:chgData name="McKinzie, Ian D" userId="S::hc2176sr@go.minnstate.edu::52c18634-876e-4914-b9b5-230e12b94111" providerId="AD" clId="Web-{FA9F7397-AC26-1A94-8469-3EB642366FE5}" dt="2026-02-28T20:27:29.043" v="111"/>
          <ac:spMkLst>
            <pc:docMk/>
            <pc:sldMk cId="2287566913" sldId="257"/>
            <ac:spMk id="40" creationId="{4FA533C5-33E3-4611-AF9F-72811D8B26A6}"/>
          </ac:spMkLst>
        </pc:spChg>
        <pc:spChg chg="add del">
          <ac:chgData name="McKinzie, Ian D" userId="S::hc2176sr@go.minnstate.edu::52c18634-876e-4914-b9b5-230e12b94111" providerId="AD" clId="Web-{FA9F7397-AC26-1A94-8469-3EB642366FE5}" dt="2026-02-28T20:27:29.043" v="111"/>
          <ac:spMkLst>
            <pc:docMk/>
            <pc:sldMk cId="2287566913" sldId="257"/>
            <ac:spMk id="46" creationId="{87F0FDC4-AD8C-47D9-9131-623C98ADB0AE}"/>
          </ac:spMkLst>
        </pc:spChg>
        <pc:spChg chg="del">
          <ac:chgData name="McKinzie, Ian D" userId="S::hc2176sr@go.minnstate.edu::52c18634-876e-4914-b9b5-230e12b94111" providerId="AD" clId="Web-{FA9F7397-AC26-1A94-8469-3EB642366FE5}" dt="2026-02-28T20:27:29.043" v="111"/>
          <ac:spMkLst>
            <pc:docMk/>
            <pc:sldMk cId="2287566913" sldId="257"/>
            <ac:spMk id="48" creationId="{052BEFF1-896C-45B1-B02C-96A6A1BC389A}"/>
          </ac:spMkLst>
        </pc:spChg>
        <pc:spChg chg="add del">
          <ac:chgData name="McKinzie, Ian D" userId="S::hc2176sr@go.minnstate.edu::52c18634-876e-4914-b9b5-230e12b94111" providerId="AD" clId="Web-{FA9F7397-AC26-1A94-8469-3EB642366FE5}" dt="2026-02-28T20:27:29.043" v="111"/>
          <ac:spMkLst>
            <pc:docMk/>
            <pc:sldMk cId="2287566913" sldId="257"/>
            <ac:spMk id="50" creationId="{0BA768A8-4FED-4ED8-9E46-6BE72188ECD2}"/>
          </ac:spMkLst>
        </pc:spChg>
        <pc:spChg chg="add del">
          <ac:chgData name="McKinzie, Ian D" userId="S::hc2176sr@go.minnstate.edu::52c18634-876e-4914-b9b5-230e12b94111" providerId="AD" clId="Web-{FA9F7397-AC26-1A94-8469-3EB642366FE5}" dt="2026-02-28T20:27:29.043" v="111"/>
          <ac:spMkLst>
            <pc:docMk/>
            <pc:sldMk cId="2287566913" sldId="257"/>
            <ac:spMk id="52" creationId="{BB237A14-61B1-4C00-A670-5D8D68A8668E}"/>
          </ac:spMkLst>
        </pc:spChg>
        <pc:spChg chg="add del">
          <ac:chgData name="McKinzie, Ian D" userId="S::hc2176sr@go.minnstate.edu::52c18634-876e-4914-b9b5-230e12b94111" providerId="AD" clId="Web-{FA9F7397-AC26-1A94-8469-3EB642366FE5}" dt="2026-02-28T20:27:29.043" v="111"/>
          <ac:spMkLst>
            <pc:docMk/>
            <pc:sldMk cId="2287566913" sldId="257"/>
            <ac:spMk id="54" creationId="{8598F259-6F54-47A3-8D13-1603D786A328}"/>
          </ac:spMkLst>
        </pc:spChg>
        <pc:picChg chg="add del">
          <ac:chgData name="McKinzie, Ian D" userId="S::hc2176sr@go.minnstate.edu::52c18634-876e-4914-b9b5-230e12b94111" providerId="AD" clId="Web-{FA9F7397-AC26-1A94-8469-3EB642366FE5}" dt="2026-02-28T20:10:05.876" v="91"/>
          <ac:picMkLst>
            <pc:docMk/>
            <pc:sldMk cId="2287566913" sldId="257"/>
            <ac:picMk id="10" creationId="{91B28F63-CF00-448F-B141-FE33C33B1891}"/>
          </ac:picMkLst>
        </pc:picChg>
        <pc:picChg chg="add del">
          <ac:chgData name="McKinzie, Ian D" userId="S::hc2176sr@go.minnstate.edu::52c18634-876e-4914-b9b5-230e12b94111" providerId="AD" clId="Web-{FA9F7397-AC26-1A94-8469-3EB642366FE5}" dt="2026-02-28T20:10:05.876" v="91"/>
          <ac:picMkLst>
            <pc:docMk/>
            <pc:sldMk cId="2287566913" sldId="257"/>
            <ac:picMk id="12" creationId="{2AE609E2-8522-44E4-9077-980E5BCF3E14}"/>
          </ac:picMkLst>
        </pc:picChg>
        <pc:picChg chg="add del">
          <ac:chgData name="McKinzie, Ian D" userId="S::hc2176sr@go.minnstate.edu::52c18634-876e-4914-b9b5-230e12b94111" providerId="AD" clId="Web-{FA9F7397-AC26-1A94-8469-3EB642366FE5}" dt="2026-02-28T20:10:05.876" v="91"/>
          <ac:picMkLst>
            <pc:docMk/>
            <pc:sldMk cId="2287566913" sldId="257"/>
            <ac:picMk id="16" creationId="{8949AD42-25FD-4C3D-9EEE-B7FEC5809988}"/>
          </ac:picMkLst>
        </pc:picChg>
        <pc:picChg chg="add del">
          <ac:chgData name="McKinzie, Ian D" userId="S::hc2176sr@go.minnstate.edu::52c18634-876e-4914-b9b5-230e12b94111" providerId="AD" clId="Web-{FA9F7397-AC26-1A94-8469-3EB642366FE5}" dt="2026-02-28T20:10:05.876" v="91"/>
          <ac:picMkLst>
            <pc:docMk/>
            <pc:sldMk cId="2287566913" sldId="257"/>
            <ac:picMk id="18" creationId="{6AC7D913-60B7-4603-881B-831DA5D3A940}"/>
          </ac:picMkLst>
        </pc:picChg>
        <pc:picChg chg="add">
          <ac:chgData name="McKinzie, Ian D" userId="S::hc2176sr@go.minnstate.edu::52c18634-876e-4914-b9b5-230e12b94111" providerId="AD" clId="Web-{FA9F7397-AC26-1A94-8469-3EB642366FE5}" dt="2026-02-28T20:10:05.908" v="92"/>
          <ac:picMkLst>
            <pc:docMk/>
            <pc:sldMk cId="2287566913" sldId="257"/>
            <ac:picMk id="25" creationId="{2AE609E2-8522-44E4-9077-980E5BCF3E14}"/>
          </ac:picMkLst>
        </pc:picChg>
        <pc:picChg chg="add">
          <ac:chgData name="McKinzie, Ian D" userId="S::hc2176sr@go.minnstate.edu::52c18634-876e-4914-b9b5-230e12b94111" providerId="AD" clId="Web-{FA9F7397-AC26-1A94-8469-3EB642366FE5}" dt="2026-02-28T20:10:05.908" v="92"/>
          <ac:picMkLst>
            <pc:docMk/>
            <pc:sldMk cId="2287566913" sldId="257"/>
            <ac:picMk id="29" creationId="{8949AD42-25FD-4C3D-9EEE-B7FEC5809988}"/>
          </ac:picMkLst>
        </pc:picChg>
        <pc:picChg chg="del">
          <ac:chgData name="McKinzie, Ian D" userId="S::hc2176sr@go.minnstate.edu::52c18634-876e-4914-b9b5-230e12b94111" providerId="AD" clId="Web-{FA9F7397-AC26-1A94-8469-3EB642366FE5}" dt="2026-02-28T20:27:29.043" v="111"/>
          <ac:picMkLst>
            <pc:docMk/>
            <pc:sldMk cId="2287566913" sldId="257"/>
            <ac:picMk id="36" creationId="{91B28F63-CF00-448F-B141-FE33C33B1891}"/>
          </ac:picMkLst>
        </pc:picChg>
        <pc:picChg chg="del">
          <ac:chgData name="McKinzie, Ian D" userId="S::hc2176sr@go.minnstate.edu::52c18634-876e-4914-b9b5-230e12b94111" providerId="AD" clId="Web-{FA9F7397-AC26-1A94-8469-3EB642366FE5}" dt="2026-02-28T20:27:29.043" v="111"/>
          <ac:picMkLst>
            <pc:docMk/>
            <pc:sldMk cId="2287566913" sldId="257"/>
            <ac:picMk id="38" creationId="{2AE609E2-8522-44E4-9077-980E5BCF3E14}"/>
          </ac:picMkLst>
        </pc:picChg>
        <pc:picChg chg="del">
          <ac:chgData name="McKinzie, Ian D" userId="S::hc2176sr@go.minnstate.edu::52c18634-876e-4914-b9b5-230e12b94111" providerId="AD" clId="Web-{FA9F7397-AC26-1A94-8469-3EB642366FE5}" dt="2026-02-28T20:27:29.043" v="111"/>
          <ac:picMkLst>
            <pc:docMk/>
            <pc:sldMk cId="2287566913" sldId="257"/>
            <ac:picMk id="42" creationId="{8949AD42-25FD-4C3D-9EEE-B7FEC5809988}"/>
          </ac:picMkLst>
        </pc:picChg>
        <pc:picChg chg="del">
          <ac:chgData name="McKinzie, Ian D" userId="S::hc2176sr@go.minnstate.edu::52c18634-876e-4914-b9b5-230e12b94111" providerId="AD" clId="Web-{FA9F7397-AC26-1A94-8469-3EB642366FE5}" dt="2026-02-28T20:27:29.043" v="111"/>
          <ac:picMkLst>
            <pc:docMk/>
            <pc:sldMk cId="2287566913" sldId="257"/>
            <ac:picMk id="44" creationId="{6AC7D913-60B7-4603-881B-831DA5D3A940}"/>
          </ac:picMkLst>
        </pc:picChg>
      </pc:sldChg>
      <pc:sldChg chg="modSp mod modClrScheme chgLayout">
        <pc:chgData name="McKinzie, Ian D" userId="S::hc2176sr@go.minnstate.edu::52c18634-876e-4914-b9b5-230e12b94111" providerId="AD" clId="Web-{FA9F7397-AC26-1A94-8469-3EB642366FE5}" dt="2026-02-28T21:32:45.150" v="233" actId="20577"/>
        <pc:sldMkLst>
          <pc:docMk/>
          <pc:sldMk cId="1461446620" sldId="258"/>
        </pc:sldMkLst>
        <pc:spChg chg="mod">
          <ac:chgData name="McKinzie, Ian D" userId="S::hc2176sr@go.minnstate.edu::52c18634-876e-4914-b9b5-230e12b94111" providerId="AD" clId="Web-{FA9F7397-AC26-1A94-8469-3EB642366FE5}" dt="2026-02-28T21:32:45.150" v="233" actId="20577"/>
          <ac:spMkLst>
            <pc:docMk/>
            <pc:sldMk cId="1461446620" sldId="258"/>
            <ac:spMk id="3" creationId="{624553A7-5217-C92E-EE8C-2B999E346ABD}"/>
          </ac:spMkLst>
        </pc:spChg>
      </pc:sldChg>
      <pc:sldChg chg="modSp mod modClrScheme chgLayout">
        <pc:chgData name="McKinzie, Ian D" userId="S::hc2176sr@go.minnstate.edu::52c18634-876e-4914-b9b5-230e12b94111" providerId="AD" clId="Web-{FA9F7397-AC26-1A94-8469-3EB642366FE5}" dt="2026-02-28T21:34:58.838" v="285" actId="20577"/>
        <pc:sldMkLst>
          <pc:docMk/>
          <pc:sldMk cId="2557246359" sldId="259"/>
        </pc:sldMkLst>
        <pc:spChg chg="mod">
          <ac:chgData name="McKinzie, Ian D" userId="S::hc2176sr@go.minnstate.edu::52c18634-876e-4914-b9b5-230e12b94111" providerId="AD" clId="Web-{FA9F7397-AC26-1A94-8469-3EB642366FE5}" dt="2026-02-28T21:34:51.541" v="283" actId="20577"/>
          <ac:spMkLst>
            <pc:docMk/>
            <pc:sldMk cId="2557246359" sldId="259"/>
            <ac:spMk id="2" creationId="{34B13AE6-6445-05CA-312E-2376A93A06DE}"/>
          </ac:spMkLst>
        </pc:spChg>
        <pc:spChg chg="mod">
          <ac:chgData name="McKinzie, Ian D" userId="S::hc2176sr@go.minnstate.edu::52c18634-876e-4914-b9b5-230e12b94111" providerId="AD" clId="Web-{FA9F7397-AC26-1A94-8469-3EB642366FE5}" dt="2026-02-28T21:34:58.838" v="285" actId="20577"/>
          <ac:spMkLst>
            <pc:docMk/>
            <pc:sldMk cId="2557246359" sldId="259"/>
            <ac:spMk id="5" creationId="{856EF08C-A5CF-5E5E-936D-B47B450A6718}"/>
          </ac:spMkLst>
        </pc:spChg>
      </pc:sldChg>
      <pc:sldChg chg="modSp mod modClrScheme chgLayout">
        <pc:chgData name="McKinzie, Ian D" userId="S::hc2176sr@go.minnstate.edu::52c18634-876e-4914-b9b5-230e12b94111" providerId="AD" clId="Web-{FA9F7397-AC26-1A94-8469-3EB642366FE5}" dt="2026-02-28T21:34:13.494" v="260" actId="20577"/>
        <pc:sldMkLst>
          <pc:docMk/>
          <pc:sldMk cId="3542396603" sldId="260"/>
        </pc:sldMkLst>
        <pc:spChg chg="mod">
          <ac:chgData name="McKinzie, Ian D" userId="S::hc2176sr@go.minnstate.edu::52c18634-876e-4914-b9b5-230e12b94111" providerId="AD" clId="Web-{FA9F7397-AC26-1A94-8469-3EB642366FE5}" dt="2026-02-28T21:34:13.494" v="260" actId="20577"/>
          <ac:spMkLst>
            <pc:docMk/>
            <pc:sldMk cId="3542396603" sldId="260"/>
            <ac:spMk id="2" creationId="{B108EAAF-A577-EC42-D41E-E9B6F8B770AB}"/>
          </ac:spMkLst>
        </pc:spChg>
      </pc:sldChg>
      <pc:sldChg chg="modSp mod modClrScheme chgLayout">
        <pc:chgData name="McKinzie, Ian D" userId="S::hc2176sr@go.minnstate.edu::52c18634-876e-4914-b9b5-230e12b94111" providerId="AD" clId="Web-{FA9F7397-AC26-1A94-8469-3EB642366FE5}" dt="2026-02-28T21:33:09.619" v="237" actId="20577"/>
        <pc:sldMkLst>
          <pc:docMk/>
          <pc:sldMk cId="3221513061" sldId="261"/>
        </pc:sldMkLst>
        <pc:spChg chg="mod">
          <ac:chgData name="McKinzie, Ian D" userId="S::hc2176sr@go.minnstate.edu::52c18634-876e-4914-b9b5-230e12b94111" providerId="AD" clId="Web-{FA9F7397-AC26-1A94-8469-3EB642366FE5}" dt="2026-02-28T21:33:09.619" v="237" actId="20577"/>
          <ac:spMkLst>
            <pc:docMk/>
            <pc:sldMk cId="3221513061" sldId="261"/>
            <ac:spMk id="4" creationId="{19E91DE6-B179-D335-6597-08A5753B28DF}"/>
          </ac:spMkLst>
        </pc:spChg>
      </pc:sldChg>
      <pc:sldChg chg="modSp mod modClrScheme chgLayout">
        <pc:chgData name="McKinzie, Ian D" userId="S::hc2176sr@go.minnstate.edu::52c18634-876e-4914-b9b5-230e12b94111" providerId="AD" clId="Web-{FA9F7397-AC26-1A94-8469-3EB642366FE5}" dt="2026-02-28T21:34:38.947" v="281" actId="20577"/>
        <pc:sldMkLst>
          <pc:docMk/>
          <pc:sldMk cId="2486051660" sldId="262"/>
        </pc:sldMkLst>
        <pc:spChg chg="mod">
          <ac:chgData name="McKinzie, Ian D" userId="S::hc2176sr@go.minnstate.edu::52c18634-876e-4914-b9b5-230e12b94111" providerId="AD" clId="Web-{FA9F7397-AC26-1A94-8469-3EB642366FE5}" dt="2026-02-28T21:34:38.947" v="281" actId="20577"/>
          <ac:spMkLst>
            <pc:docMk/>
            <pc:sldMk cId="2486051660" sldId="262"/>
            <ac:spMk id="3" creationId="{B70C430F-56B2-7312-F01C-B022BD07393C}"/>
          </ac:spMkLst>
        </pc:spChg>
      </pc:sldChg>
      <pc:sldChg chg="modSp">
        <pc:chgData name="McKinzie, Ian D" userId="S::hc2176sr@go.minnstate.edu::52c18634-876e-4914-b9b5-230e12b94111" providerId="AD" clId="Web-{FA9F7397-AC26-1A94-8469-3EB642366FE5}" dt="2026-02-28T21:32:57.072" v="235" actId="20577"/>
        <pc:sldMkLst>
          <pc:docMk/>
          <pc:sldMk cId="2408984607" sldId="263"/>
        </pc:sldMkLst>
        <pc:spChg chg="mod">
          <ac:chgData name="McKinzie, Ian D" userId="S::hc2176sr@go.minnstate.edu::52c18634-876e-4914-b9b5-230e12b94111" providerId="AD" clId="Web-{FA9F7397-AC26-1A94-8469-3EB642366FE5}" dt="2026-02-28T21:32:57.072" v="235" actId="20577"/>
          <ac:spMkLst>
            <pc:docMk/>
            <pc:sldMk cId="2408984607" sldId="263"/>
            <ac:spMk id="3" creationId="{D0DFA83B-231C-0C9A-2549-7CF0FD9895E6}"/>
          </ac:spMkLst>
        </pc:spChg>
        <pc:spChg chg="mod">
          <ac:chgData name="McKinzie, Ian D" userId="S::hc2176sr@go.minnstate.edu::52c18634-876e-4914-b9b5-230e12b94111" providerId="AD" clId="Web-{FA9F7397-AC26-1A94-8469-3EB642366FE5}" dt="2026-02-28T21:23:05.046" v="176" actId="20577"/>
          <ac:spMkLst>
            <pc:docMk/>
            <pc:sldMk cId="2408984607" sldId="263"/>
            <ac:spMk id="5" creationId="{FE78A168-E418-58FB-3B03-F216CE80888D}"/>
          </ac:spMkLst>
        </pc:spChg>
      </pc:sldChg>
      <pc:sldChg chg="modSp add replId">
        <pc:chgData name="McKinzie, Ian D" userId="S::hc2176sr@go.minnstate.edu::52c18634-876e-4914-b9b5-230e12b94111" providerId="AD" clId="Web-{FA9F7397-AC26-1A94-8469-3EB642366FE5}" dt="2026-02-28T21:32:19.869" v="231" actId="20577"/>
        <pc:sldMkLst>
          <pc:docMk/>
          <pc:sldMk cId="4256159325" sldId="264"/>
        </pc:sldMkLst>
        <pc:spChg chg="mod">
          <ac:chgData name="McKinzie, Ian D" userId="S::hc2176sr@go.minnstate.edu::52c18634-876e-4914-b9b5-230e12b94111" providerId="AD" clId="Web-{FA9F7397-AC26-1A94-8469-3EB642366FE5}" dt="2026-02-28T21:32:19.869" v="231" actId="20577"/>
          <ac:spMkLst>
            <pc:docMk/>
            <pc:sldMk cId="4256159325" sldId="264"/>
            <ac:spMk id="3" creationId="{9A507855-AED7-298A-9634-C2ED25EAF518}"/>
          </ac:spMkLst>
        </pc:spChg>
        <pc:spChg chg="mod">
          <ac:chgData name="McKinzie, Ian D" userId="S::hc2176sr@go.minnstate.edu::52c18634-876e-4914-b9b5-230e12b94111" providerId="AD" clId="Web-{FA9F7397-AC26-1A94-8469-3EB642366FE5}" dt="2026-02-28T21:31:34.822" v="189" actId="20577"/>
          <ac:spMkLst>
            <pc:docMk/>
            <pc:sldMk cId="4256159325" sldId="264"/>
            <ac:spMk id="7" creationId="{636CC0DC-95D8-6257-2896-8987AFCB7A0B}"/>
          </ac:spMkLst>
        </pc:spChg>
      </pc:sldChg>
      <pc:sldChg chg="modSp add replId">
        <pc:chgData name="McKinzie, Ian D" userId="S::hc2176sr@go.minnstate.edu::52c18634-876e-4914-b9b5-230e12b94111" providerId="AD" clId="Web-{FA9F7397-AC26-1A94-8469-3EB642366FE5}" dt="2026-02-28T21:32:12.385" v="229" actId="20577"/>
        <pc:sldMkLst>
          <pc:docMk/>
          <pc:sldMk cId="3738759402" sldId="265"/>
        </pc:sldMkLst>
        <pc:spChg chg="mod">
          <ac:chgData name="McKinzie, Ian D" userId="S::hc2176sr@go.minnstate.edu::52c18634-876e-4914-b9b5-230e12b94111" providerId="AD" clId="Web-{FA9F7397-AC26-1A94-8469-3EB642366FE5}" dt="2026-02-28T21:32:12.385" v="229" actId="20577"/>
          <ac:spMkLst>
            <pc:docMk/>
            <pc:sldMk cId="3738759402" sldId="265"/>
            <ac:spMk id="3" creationId="{4B5922F2-ACFA-BCF1-5823-1817A87A997E}"/>
          </ac:spMkLst>
        </pc:spChg>
        <pc:spChg chg="mod">
          <ac:chgData name="McKinzie, Ian D" userId="S::hc2176sr@go.minnstate.edu::52c18634-876e-4914-b9b5-230e12b94111" providerId="AD" clId="Web-{FA9F7397-AC26-1A94-8469-3EB642366FE5}" dt="2026-02-28T21:32:02.572" v="223" actId="20577"/>
          <ac:spMkLst>
            <pc:docMk/>
            <pc:sldMk cId="3738759402" sldId="265"/>
            <ac:spMk id="5" creationId="{3BD2FD1A-4DC7-C4CD-4AD5-91D1D2CE691B}"/>
          </ac:spMkLst>
        </pc:spChg>
      </pc:sldChg>
      <pc:sldChg chg="add replId">
        <pc:chgData name="McKinzie, Ian D" userId="S::hc2176sr@go.minnstate.edu::52c18634-876e-4914-b9b5-230e12b94111" providerId="AD" clId="Web-{FA9F7397-AC26-1A94-8469-3EB642366FE5}" dt="2026-02-28T21:12:30.944" v="120"/>
        <pc:sldMkLst>
          <pc:docMk/>
          <pc:sldMk cId="1561312112" sldId="266"/>
        </pc:sldMkLst>
      </pc:sldChg>
      <pc:sldChg chg="modSp">
        <pc:chgData name="McKinzie, Ian D" userId="S::hc2176sr@go.minnstate.edu::52c18634-876e-4914-b9b5-230e12b94111" providerId="AD" clId="Web-{FA9F7397-AC26-1A94-8469-3EB642366FE5}" dt="2026-02-28T21:33:48.026" v="247" actId="1076"/>
        <pc:sldMkLst>
          <pc:docMk/>
          <pc:sldMk cId="2205884802" sldId="267"/>
        </pc:sldMkLst>
        <pc:spChg chg="mod">
          <ac:chgData name="McKinzie, Ian D" userId="S::hc2176sr@go.minnstate.edu::52c18634-876e-4914-b9b5-230e12b94111" providerId="AD" clId="Web-{FA9F7397-AC26-1A94-8469-3EB642366FE5}" dt="2026-02-28T21:33:30.604" v="244" actId="20577"/>
          <ac:spMkLst>
            <pc:docMk/>
            <pc:sldMk cId="2205884802" sldId="267"/>
            <ac:spMk id="3" creationId="{E7150560-FDEA-AEE0-D169-4B641397D91E}"/>
          </ac:spMkLst>
        </pc:spChg>
        <pc:spChg chg="mod">
          <ac:chgData name="McKinzie, Ian D" userId="S::hc2176sr@go.minnstate.edu::52c18634-876e-4914-b9b5-230e12b94111" providerId="AD" clId="Web-{FA9F7397-AC26-1A94-8469-3EB642366FE5}" dt="2026-02-28T21:33:25.041" v="240" actId="20577"/>
          <ac:spMkLst>
            <pc:docMk/>
            <pc:sldMk cId="2205884802" sldId="267"/>
            <ac:spMk id="4" creationId="{8B9EB567-D992-BD9D-8CD2-9017590843E9}"/>
          </ac:spMkLst>
        </pc:spChg>
        <pc:spChg chg="mod">
          <ac:chgData name="McKinzie, Ian D" userId="S::hc2176sr@go.minnstate.edu::52c18634-876e-4914-b9b5-230e12b94111" providerId="AD" clId="Web-{FA9F7397-AC26-1A94-8469-3EB642366FE5}" dt="2026-02-28T21:33:48.026" v="247" actId="1076"/>
          <ac:spMkLst>
            <pc:docMk/>
            <pc:sldMk cId="2205884802" sldId="267"/>
            <ac:spMk id="6" creationId="{B54B4B66-D7E9-1406-64DC-50F3227259FC}"/>
          </ac:spMkLst>
        </pc:spChg>
      </pc:sldChg>
      <pc:sldChg chg="add replId">
        <pc:chgData name="McKinzie, Ian D" userId="S::hc2176sr@go.minnstate.edu::52c18634-876e-4914-b9b5-230e12b94111" providerId="AD" clId="Web-{FA9F7397-AC26-1A94-8469-3EB642366FE5}" dt="2026-02-28T21:38:02.106" v="286"/>
        <pc:sldMkLst>
          <pc:docMk/>
          <pc:sldMk cId="1615472381" sldId="268"/>
        </pc:sldMkLst>
      </pc:sldChg>
      <pc:sldChg chg="add replId">
        <pc:chgData name="McKinzie, Ian D" userId="S::hc2176sr@go.minnstate.edu::52c18634-876e-4914-b9b5-230e12b94111" providerId="AD" clId="Web-{FA9F7397-AC26-1A94-8469-3EB642366FE5}" dt="2026-02-28T21:38:06.340" v="287"/>
        <pc:sldMkLst>
          <pc:docMk/>
          <pc:sldMk cId="2119702881" sldId="269"/>
        </pc:sldMkLst>
      </pc:sldChg>
      <pc:sldChg chg="delSp modSp add replId">
        <pc:chgData name="McKinzie, Ian D" userId="S::hc2176sr@go.minnstate.edu::52c18634-876e-4914-b9b5-230e12b94111" providerId="AD" clId="Web-{FA9F7397-AC26-1A94-8469-3EB642366FE5}" dt="2026-02-28T21:38:39.591" v="312" actId="20577"/>
        <pc:sldMkLst>
          <pc:docMk/>
          <pc:sldMk cId="2635568907" sldId="270"/>
        </pc:sldMkLst>
        <pc:spChg chg="mod">
          <ac:chgData name="McKinzie, Ian D" userId="S::hc2176sr@go.minnstate.edu::52c18634-876e-4914-b9b5-230e12b94111" providerId="AD" clId="Web-{FA9F7397-AC26-1A94-8469-3EB642366FE5}" dt="2026-02-28T21:38:39.591" v="312" actId="20577"/>
          <ac:spMkLst>
            <pc:docMk/>
            <pc:sldMk cId="2635568907" sldId="270"/>
            <ac:spMk id="2" creationId="{903F5F9F-65DC-CA06-58F9-CADC08124898}"/>
          </ac:spMkLst>
        </pc:spChg>
        <pc:spChg chg="del mod">
          <ac:chgData name="McKinzie, Ian D" userId="S::hc2176sr@go.minnstate.edu::52c18634-876e-4914-b9b5-230e12b94111" providerId="AD" clId="Web-{FA9F7397-AC26-1A94-8469-3EB642366FE5}" dt="2026-02-28T21:38:12.731" v="291"/>
          <ac:spMkLst>
            <pc:docMk/>
            <pc:sldMk cId="2635568907" sldId="270"/>
            <ac:spMk id="5" creationId="{05BA62EC-E073-061D-B0F7-698CCF7F52DE}"/>
          </ac:spMkLst>
        </pc:spChg>
      </pc:sldChg>
      <pc:sldMasterChg chg="del delSldLayout">
        <pc:chgData name="McKinzie, Ian D" userId="S::hc2176sr@go.minnstate.edu::52c18634-876e-4914-b9b5-230e12b94111" providerId="AD" clId="Web-{FA9F7397-AC26-1A94-8469-3EB642366FE5}" dt="2026-02-28T20:07:15.610" v="49"/>
        <pc:sldMasterMkLst>
          <pc:docMk/>
          <pc:sldMasterMk cId="514002731" sldId="2147483648"/>
        </pc:sldMasterMkLst>
        <pc:sldLayoutChg chg="del">
          <pc:chgData name="McKinzie, Ian D" userId="S::hc2176sr@go.minnstate.edu::52c18634-876e-4914-b9b5-230e12b94111" providerId="AD" clId="Web-{FA9F7397-AC26-1A94-8469-3EB642366FE5}" dt="2026-02-28T20:07:15.610" v="49"/>
          <pc:sldLayoutMkLst>
            <pc:docMk/>
            <pc:sldMasterMk cId="514002731" sldId="2147483648"/>
            <pc:sldLayoutMk cId="1145361198" sldId="2147483649"/>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1576641176" sldId="2147483650"/>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1580792986" sldId="2147483651"/>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2082731646" sldId="2147483652"/>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2783955278" sldId="2147483653"/>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2992346735" sldId="2147483654"/>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502442002" sldId="2147483655"/>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2746621100" sldId="2147483656"/>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1443960007" sldId="2147483657"/>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2664086673" sldId="2147483658"/>
          </pc:sldLayoutMkLst>
        </pc:sldLayoutChg>
        <pc:sldLayoutChg chg="del">
          <pc:chgData name="McKinzie, Ian D" userId="S::hc2176sr@go.minnstate.edu::52c18634-876e-4914-b9b5-230e12b94111" providerId="AD" clId="Web-{FA9F7397-AC26-1A94-8469-3EB642366FE5}" dt="2026-02-28T20:07:15.610" v="49"/>
          <pc:sldLayoutMkLst>
            <pc:docMk/>
            <pc:sldMasterMk cId="514002731" sldId="2147483648"/>
            <pc:sldLayoutMk cId="3339300322" sldId="2147483659"/>
          </pc:sldLayoutMkLst>
        </pc:sldLayoutChg>
      </pc:sldMasterChg>
      <pc:sldMasterChg chg="add del addSldLayout delSldLayout modSldLayout">
        <pc:chgData name="McKinzie, Ian D" userId="S::hc2176sr@go.minnstate.edu::52c18634-876e-4914-b9b5-230e12b94111" providerId="AD" clId="Web-{FA9F7397-AC26-1A94-8469-3EB642366FE5}" dt="2026-02-28T20:07:21.892" v="50"/>
        <pc:sldMasterMkLst>
          <pc:docMk/>
          <pc:sldMasterMk cId="3392378652" sldId="2147483660"/>
        </pc:sldMasterMkLst>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3131202720" sldId="2147483661"/>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175422457" sldId="2147483662"/>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667253930" sldId="2147483663"/>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2378343567" sldId="2147483664"/>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1598554254" sldId="2147483665"/>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1704515195" sldId="2147483666"/>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1326220796" sldId="2147483667"/>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3947179420" sldId="2147483668"/>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2754776092" sldId="2147483669"/>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3781376511" sldId="2147483670"/>
          </pc:sldLayoutMkLst>
        </pc:sldLayoutChg>
        <pc:sldLayoutChg chg="add del mod replId">
          <pc:chgData name="McKinzie, Ian D" userId="S::hc2176sr@go.minnstate.edu::52c18634-876e-4914-b9b5-230e12b94111" providerId="AD" clId="Web-{FA9F7397-AC26-1A94-8469-3EB642366FE5}" dt="2026-02-28T20:07:21.892" v="50"/>
          <pc:sldLayoutMkLst>
            <pc:docMk/>
            <pc:sldMasterMk cId="3392378652" sldId="2147483660"/>
            <pc:sldLayoutMk cId="1310746472" sldId="2147483671"/>
          </pc:sldLayoutMkLst>
        </pc:sldLayoutChg>
      </pc:sldMasterChg>
      <pc:sldMasterChg chg="add del addSldLayout delSldLayout modSldLayout">
        <pc:chgData name="McKinzie, Ian D" userId="S::hc2176sr@go.minnstate.edu::52c18634-876e-4914-b9b5-230e12b94111" providerId="AD" clId="Web-{FA9F7397-AC26-1A94-8469-3EB642366FE5}" dt="2026-02-28T20:07:38.298" v="53"/>
        <pc:sldMasterMkLst>
          <pc:docMk/>
          <pc:sldMasterMk cId="523701897" sldId="2147483672"/>
        </pc:sldMasterMkLst>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4084598669" sldId="2147483673"/>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1418081432" sldId="2147483674"/>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4148982602" sldId="2147483675"/>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921091726" sldId="2147483676"/>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1504020738" sldId="2147483677"/>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2454884543" sldId="2147483678"/>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2211661799" sldId="2147483679"/>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3771791281" sldId="2147483680"/>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142175558" sldId="2147483681"/>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2036876036" sldId="2147483682"/>
          </pc:sldLayoutMkLst>
        </pc:sldLayoutChg>
        <pc:sldLayoutChg chg="add del mod replId">
          <pc:chgData name="McKinzie, Ian D" userId="S::hc2176sr@go.minnstate.edu::52c18634-876e-4914-b9b5-230e12b94111" providerId="AD" clId="Web-{FA9F7397-AC26-1A94-8469-3EB642366FE5}" dt="2026-02-28T20:07:38.298" v="53"/>
          <pc:sldLayoutMkLst>
            <pc:docMk/>
            <pc:sldMasterMk cId="523701897" sldId="2147483672"/>
            <pc:sldLayoutMk cId="3743955996" sldId="2147483683"/>
          </pc:sldLayoutMkLst>
        </pc:sldLayoutChg>
      </pc:sldMasterChg>
      <pc:sldMasterChg chg="add del addSldLayout delSldLayout modSldLayout">
        <pc:chgData name="McKinzie, Ian D" userId="S::hc2176sr@go.minnstate.edu::52c18634-876e-4914-b9b5-230e12b94111" providerId="AD" clId="Web-{FA9F7397-AC26-1A94-8469-3EB642366FE5}" dt="2026-02-28T20:27:29.043" v="111"/>
        <pc:sldMasterMkLst>
          <pc:docMk/>
          <pc:sldMasterMk cId="297463644" sldId="2147483684"/>
        </pc:sldMasterMkLst>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4252211374" sldId="2147483685"/>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4075813397" sldId="2147483686"/>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933479023" sldId="2147483687"/>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2477038600" sldId="2147483688"/>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4042698713" sldId="2147483689"/>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2798180052" sldId="2147483690"/>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82103449" sldId="2147483691"/>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2980434288" sldId="2147483692"/>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3966254585" sldId="2147483693"/>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405259807" sldId="2147483694"/>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3184996415" sldId="2147483695"/>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12901116" sldId="2147483696"/>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732775403" sldId="2147483697"/>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116144034" sldId="2147483698"/>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285366948" sldId="2147483699"/>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137153072" sldId="2147483700"/>
          </pc:sldLayoutMkLst>
        </pc:sldLayoutChg>
        <pc:sldLayoutChg chg="add del mod replId">
          <pc:chgData name="McKinzie, Ian D" userId="S::hc2176sr@go.minnstate.edu::52c18634-876e-4914-b9b5-230e12b94111" providerId="AD" clId="Web-{FA9F7397-AC26-1A94-8469-3EB642366FE5}" dt="2026-02-28T20:27:29.043" v="111"/>
          <pc:sldLayoutMkLst>
            <pc:docMk/>
            <pc:sldMasterMk cId="297463644" sldId="2147483684"/>
            <pc:sldLayoutMk cId="2456012338" sldId="2147483701"/>
          </pc:sldLayoutMkLst>
        </pc:sldLayoutChg>
      </pc:sldMasterChg>
      <pc:sldMasterChg chg="add del addSldLayout delSldLayout modSldLayout">
        <pc:chgData name="McKinzie, Ian D" userId="S::hc2176sr@go.minnstate.edu::52c18634-876e-4914-b9b5-230e12b94111" providerId="AD" clId="Web-{FA9F7397-AC26-1A94-8469-3EB642366FE5}" dt="2026-02-28T20:27:32.574" v="112"/>
        <pc:sldMasterMkLst>
          <pc:docMk/>
          <pc:sldMasterMk cId="1821281564" sldId="2147483702"/>
        </pc:sldMasterMkLst>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500195956" sldId="2147483703"/>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257287684" sldId="2147483704"/>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1302371093" sldId="2147483705"/>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018579318" sldId="2147483706"/>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607426476" sldId="2147483707"/>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665068673" sldId="2147483708"/>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1384422431" sldId="2147483709"/>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496218629" sldId="2147483710"/>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113075099" sldId="2147483711"/>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4167157225" sldId="2147483712"/>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020960127" sldId="2147483713"/>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4214544245" sldId="2147483714"/>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227214371" sldId="2147483715"/>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301825315" sldId="2147483716"/>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264391841" sldId="2147483717"/>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841705103" sldId="2147483718"/>
          </pc:sldLayoutMkLst>
        </pc:sldLayoutChg>
        <pc:sldLayoutChg chg="add del mod replId">
          <pc:chgData name="McKinzie, Ian D" userId="S::hc2176sr@go.minnstate.edu::52c18634-876e-4914-b9b5-230e12b94111" providerId="AD" clId="Web-{FA9F7397-AC26-1A94-8469-3EB642366FE5}" dt="2026-02-28T20:27:32.574" v="112"/>
          <pc:sldLayoutMkLst>
            <pc:docMk/>
            <pc:sldMasterMk cId="1821281564" sldId="2147483702"/>
            <pc:sldLayoutMk cId="3810392726" sldId="2147483719"/>
          </pc:sldLayoutMkLst>
        </pc:sldLayoutChg>
      </pc:sldMasterChg>
      <pc:sldMasterChg chg="add del addSldLayout delSldLayout modSldLayout">
        <pc:chgData name="McKinzie, Ian D" userId="S::hc2176sr@go.minnstate.edu::52c18634-876e-4914-b9b5-230e12b94111" providerId="AD" clId="Web-{FA9F7397-AC26-1A94-8469-3EB642366FE5}" dt="2026-02-28T20:08:32.079" v="60"/>
        <pc:sldMasterMkLst>
          <pc:docMk/>
          <pc:sldMasterMk cId="3638912904" sldId="2147483702"/>
        </pc:sldMasterMkLst>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1220211749" sldId="2147483703"/>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4123474005" sldId="2147483704"/>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2397476483" sldId="2147483705"/>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2173888147" sldId="2147483706"/>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734604845" sldId="2147483707"/>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2488331363" sldId="2147483708"/>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1397172157" sldId="2147483709"/>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1815724818" sldId="2147483710"/>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564031984" sldId="2147483711"/>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231438046" sldId="2147483712"/>
          </pc:sldLayoutMkLst>
        </pc:sldLayoutChg>
        <pc:sldLayoutChg chg="add del mod replId">
          <pc:chgData name="McKinzie, Ian D" userId="S::hc2176sr@go.minnstate.edu::52c18634-876e-4914-b9b5-230e12b94111" providerId="AD" clId="Web-{FA9F7397-AC26-1A94-8469-3EB642366FE5}" dt="2026-02-28T20:08:32.079" v="60"/>
          <pc:sldLayoutMkLst>
            <pc:docMk/>
            <pc:sldMasterMk cId="3638912904" sldId="2147483702"/>
            <pc:sldLayoutMk cId="4167993878" sldId="2147483713"/>
          </pc:sldLayoutMkLst>
        </pc:sldLayoutChg>
      </pc:sldMasterChg>
      <pc:sldMasterChg chg="add del addSldLayout delSldLayout modSldLayout">
        <pc:chgData name="McKinzie, Ian D" userId="S::hc2176sr@go.minnstate.edu::52c18634-876e-4914-b9b5-230e12b94111" providerId="AD" clId="Web-{FA9F7397-AC26-1A94-8469-3EB642366FE5}" dt="2026-02-28T20:08:15.064" v="58"/>
        <pc:sldMasterMkLst>
          <pc:docMk/>
          <pc:sldMasterMk cId="3947316906" sldId="2147483702"/>
        </pc:sldMasterMkLst>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3965209031" sldId="2147483703"/>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2800655986" sldId="2147483704"/>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2626407945" sldId="2147483705"/>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1976826411" sldId="2147483706"/>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4039307338" sldId="2147483707"/>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164529888" sldId="2147483708"/>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632214503" sldId="2147483709"/>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1278675931" sldId="2147483710"/>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2466034726" sldId="2147483711"/>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2294350490" sldId="2147483712"/>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3778815948" sldId="2147483713"/>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3677000597" sldId="2147483714"/>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909766718" sldId="2147483715"/>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3741022247" sldId="2147483716"/>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852864360" sldId="2147483717"/>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1917465885" sldId="2147483718"/>
          </pc:sldLayoutMkLst>
        </pc:sldLayoutChg>
        <pc:sldLayoutChg chg="add del mod replId">
          <pc:chgData name="McKinzie, Ian D" userId="S::hc2176sr@go.minnstate.edu::52c18634-876e-4914-b9b5-230e12b94111" providerId="AD" clId="Web-{FA9F7397-AC26-1A94-8469-3EB642366FE5}" dt="2026-02-28T20:08:15.064" v="58"/>
          <pc:sldLayoutMkLst>
            <pc:docMk/>
            <pc:sldMasterMk cId="3947316906" sldId="2147483702"/>
            <pc:sldLayoutMk cId="3287767456" sldId="2147483719"/>
          </pc:sldLayoutMkLst>
        </pc:sldLayoutChg>
      </pc:sldMasterChg>
      <pc:sldMasterChg chg="add del addSldLayout delSldLayout modSldLayout">
        <pc:chgData name="McKinzie, Ian D" userId="S::hc2176sr@go.minnstate.edu::52c18634-876e-4914-b9b5-230e12b94111" providerId="AD" clId="Web-{FA9F7397-AC26-1A94-8469-3EB642366FE5}" dt="2026-02-28T20:27:37.355" v="113"/>
        <pc:sldMasterMkLst>
          <pc:docMk/>
          <pc:sldMasterMk cId="3298414066" sldId="2147483720"/>
        </pc:sldMasterMkLst>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4263603084" sldId="2147483721"/>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3943790816" sldId="2147483722"/>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684680534" sldId="2147483723"/>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608545991" sldId="2147483724"/>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296604100" sldId="2147483725"/>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688241572" sldId="2147483726"/>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3545570054" sldId="2147483727"/>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371028059" sldId="2147483728"/>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3479716324" sldId="2147483729"/>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1787842664" sldId="2147483730"/>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484478233" sldId="2147483731"/>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311657326" sldId="2147483732"/>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599849116" sldId="2147483733"/>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3150016053" sldId="2147483734"/>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3971841937" sldId="2147483735"/>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37192710" sldId="2147483736"/>
          </pc:sldLayoutMkLst>
        </pc:sldLayoutChg>
        <pc:sldLayoutChg chg="add del mod replId">
          <pc:chgData name="McKinzie, Ian D" userId="S::hc2176sr@go.minnstate.edu::52c18634-876e-4914-b9b5-230e12b94111" providerId="AD" clId="Web-{FA9F7397-AC26-1A94-8469-3EB642366FE5}" dt="2026-02-28T20:27:37.355" v="113"/>
          <pc:sldLayoutMkLst>
            <pc:docMk/>
            <pc:sldMasterMk cId="3298414066" sldId="2147483720"/>
            <pc:sldLayoutMk cId="2756744174" sldId="2147483737"/>
          </pc:sldLayoutMkLst>
        </pc:sldLayoutChg>
      </pc:sldMasterChg>
      <pc:sldMasterChg chg="add del addSldLayout delSldLayout modSldLayout">
        <pc:chgData name="McKinzie, Ian D" userId="S::hc2176sr@go.minnstate.edu::52c18634-876e-4914-b9b5-230e12b94111" providerId="AD" clId="Web-{FA9F7397-AC26-1A94-8469-3EB642366FE5}" dt="2026-02-28T20:27:39.574" v="114"/>
        <pc:sldMasterMkLst>
          <pc:docMk/>
          <pc:sldMasterMk cId="1362164572" sldId="2147483738"/>
        </pc:sldMasterMkLst>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572188767" sldId="2147483739"/>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2540324053" sldId="2147483740"/>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195842355" sldId="2147483741"/>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610549968" sldId="2147483742"/>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867548807" sldId="2147483743"/>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103953217" sldId="2147483744"/>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3757374402" sldId="2147483745"/>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2713295723" sldId="2147483746"/>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3930086088" sldId="2147483747"/>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3467053544" sldId="2147483748"/>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476914718" sldId="2147483749"/>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3493968010" sldId="2147483750"/>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973054466" sldId="2147483751"/>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040796661" sldId="2147483752"/>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1438153470" sldId="2147483753"/>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2415556927" sldId="2147483754"/>
          </pc:sldLayoutMkLst>
        </pc:sldLayoutChg>
        <pc:sldLayoutChg chg="add del mod replId">
          <pc:chgData name="McKinzie, Ian D" userId="S::hc2176sr@go.minnstate.edu::52c18634-876e-4914-b9b5-230e12b94111" providerId="AD" clId="Web-{FA9F7397-AC26-1A94-8469-3EB642366FE5}" dt="2026-02-28T20:27:39.574" v="114"/>
          <pc:sldLayoutMkLst>
            <pc:docMk/>
            <pc:sldMasterMk cId="1362164572" sldId="2147483738"/>
            <pc:sldLayoutMk cId="3085408219" sldId="2147483755"/>
          </pc:sldLayoutMkLst>
        </pc:sldLayoutChg>
      </pc:sldMasterChg>
      <pc:sldMasterChg chg="add del addSldLayout delSldLayout modSldLayout">
        <pc:chgData name="McKinzie, Ian D" userId="S::hc2176sr@go.minnstate.edu::52c18634-876e-4914-b9b5-230e12b94111" providerId="AD" clId="Web-{FA9F7397-AC26-1A94-8469-3EB642366FE5}" dt="2026-02-28T20:30:54.096" v="117"/>
        <pc:sldMasterMkLst>
          <pc:docMk/>
          <pc:sldMasterMk cId="1940856946" sldId="2147483756"/>
        </pc:sldMasterMkLst>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166347843" sldId="2147483757"/>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4232937462" sldId="2147483758"/>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2239685754" sldId="2147483759"/>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121793888" sldId="2147483760"/>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4098415267" sldId="2147483761"/>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655616806" sldId="2147483762"/>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1699370316" sldId="2147483763"/>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417870602" sldId="2147483764"/>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2450564547" sldId="2147483765"/>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1620854405" sldId="2147483766"/>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430254820" sldId="2147483767"/>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612219580" sldId="2147483768"/>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1258046695" sldId="2147483769"/>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292984443" sldId="2147483770"/>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510263264" sldId="2147483771"/>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673643222" sldId="2147483772"/>
          </pc:sldLayoutMkLst>
        </pc:sldLayoutChg>
        <pc:sldLayoutChg chg="add del mod replId">
          <pc:chgData name="McKinzie, Ian D" userId="S::hc2176sr@go.minnstate.edu::52c18634-876e-4914-b9b5-230e12b94111" providerId="AD" clId="Web-{FA9F7397-AC26-1A94-8469-3EB642366FE5}" dt="2026-02-28T20:30:54.096" v="117"/>
          <pc:sldLayoutMkLst>
            <pc:docMk/>
            <pc:sldMasterMk cId="1940856946" sldId="2147483756"/>
            <pc:sldLayoutMk cId="3329384967" sldId="2147483773"/>
          </pc:sldLayoutMkLst>
        </pc:sldLayoutChg>
      </pc:sldMasterChg>
      <pc:sldMasterChg chg="add addSldLayout modSldLayout">
        <pc:chgData name="McKinzie, Ian D" userId="S::hc2176sr@go.minnstate.edu::52c18634-876e-4914-b9b5-230e12b94111" providerId="AD" clId="Web-{FA9F7397-AC26-1A94-8469-3EB642366FE5}" dt="2026-02-28T20:30:54.096" v="117"/>
        <pc:sldMasterMkLst>
          <pc:docMk/>
          <pc:sldMasterMk cId="3432676010" sldId="2147483774"/>
        </pc:sldMasterMkLst>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68706411" sldId="2147483775"/>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399520348" sldId="2147483776"/>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163318064" sldId="2147483777"/>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1145270041" sldId="2147483778"/>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1312023793" sldId="2147483779"/>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1377259040" sldId="2147483780"/>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1817022643" sldId="2147483781"/>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578323803" sldId="2147483782"/>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3930639579" sldId="2147483783"/>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383656202" sldId="2147483784"/>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680257497" sldId="2147483785"/>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3873493415" sldId="2147483786"/>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543334145" sldId="2147483787"/>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3047790835" sldId="2147483788"/>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766423012" sldId="2147483789"/>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2909101321" sldId="2147483790"/>
          </pc:sldLayoutMkLst>
        </pc:sldLayoutChg>
        <pc:sldLayoutChg chg="add mod replId">
          <pc:chgData name="McKinzie, Ian D" userId="S::hc2176sr@go.minnstate.edu::52c18634-876e-4914-b9b5-230e12b94111" providerId="AD" clId="Web-{FA9F7397-AC26-1A94-8469-3EB642366FE5}" dt="2026-02-28T20:30:54.096" v="117"/>
          <pc:sldLayoutMkLst>
            <pc:docMk/>
            <pc:sldMasterMk cId="3432676010" sldId="2147483774"/>
            <pc:sldLayoutMk cId="4117910410" sldId="2147483791"/>
          </pc:sldLayoutMkLst>
        </pc:sldLayoutChg>
      </pc:sldMasterChg>
    </pc:docChg>
  </pc:docChgLst>
  <pc:docChgLst>
    <pc:chgData name="Michel, Trevor A" userId="S::xu6189ne@go.minnstate.edu::47b47093-98c3-464d-b84b-139362f373ea" providerId="AD" clId="Web-{716F47B6-388F-B64A-3513-975C7EA96578}"/>
    <pc:docChg chg="addSld modSld">
      <pc:chgData name="Michel, Trevor A" userId="S::xu6189ne@go.minnstate.edu::47b47093-98c3-464d-b84b-139362f373ea" providerId="AD" clId="Web-{716F47B6-388F-B64A-3513-975C7EA96578}" dt="2026-02-28T21:36:09.526" v="568" actId="1076"/>
      <pc:docMkLst>
        <pc:docMk/>
      </pc:docMkLst>
      <pc:sldChg chg="addSp delSp modSp">
        <pc:chgData name="Michel, Trevor A" userId="S::xu6189ne@go.minnstate.edu::47b47093-98c3-464d-b84b-139362f373ea" providerId="AD" clId="Web-{716F47B6-388F-B64A-3513-975C7EA96578}" dt="2026-02-28T21:28:50.821" v="485" actId="14100"/>
        <pc:sldMkLst>
          <pc:docMk/>
          <pc:sldMk cId="3542396603" sldId="260"/>
        </pc:sldMkLst>
        <pc:spChg chg="mod">
          <ac:chgData name="Michel, Trevor A" userId="S::xu6189ne@go.minnstate.edu::47b47093-98c3-464d-b84b-139362f373ea" providerId="AD" clId="Web-{716F47B6-388F-B64A-3513-975C7EA96578}" dt="2026-02-28T21:28:50.821" v="485" actId="14100"/>
          <ac:spMkLst>
            <pc:docMk/>
            <pc:sldMk cId="3542396603" sldId="260"/>
            <ac:spMk id="2" creationId="{B108EAAF-A577-EC42-D41E-E9B6F8B770AB}"/>
          </ac:spMkLst>
        </pc:spChg>
        <pc:spChg chg="add mod">
          <ac:chgData name="Michel, Trevor A" userId="S::xu6189ne@go.minnstate.edu::47b47093-98c3-464d-b84b-139362f373ea" providerId="AD" clId="Web-{716F47B6-388F-B64A-3513-975C7EA96578}" dt="2026-02-28T21:22:07.381" v="428"/>
          <ac:spMkLst>
            <pc:docMk/>
            <pc:sldMk cId="3542396603" sldId="260"/>
            <ac:spMk id="4" creationId="{07B61423-83D8-27DA-0DE5-795EBB7B412E}"/>
          </ac:spMkLst>
        </pc:spChg>
        <pc:spChg chg="add mod">
          <ac:chgData name="Michel, Trevor A" userId="S::xu6189ne@go.minnstate.edu::47b47093-98c3-464d-b84b-139362f373ea" providerId="AD" clId="Web-{716F47B6-388F-B64A-3513-975C7EA96578}" dt="2026-02-28T21:22:07.381" v="429"/>
          <ac:spMkLst>
            <pc:docMk/>
            <pc:sldMk cId="3542396603" sldId="260"/>
            <ac:spMk id="5" creationId="{B95F2D5F-6E69-8479-8E04-9BA58E448B81}"/>
          </ac:spMkLst>
        </pc:spChg>
        <pc:spChg chg="add mod">
          <ac:chgData name="Michel, Trevor A" userId="S::xu6189ne@go.minnstate.edu::47b47093-98c3-464d-b84b-139362f373ea" providerId="AD" clId="Web-{716F47B6-388F-B64A-3513-975C7EA96578}" dt="2026-02-28T21:22:07.381" v="430"/>
          <ac:spMkLst>
            <pc:docMk/>
            <pc:sldMk cId="3542396603" sldId="260"/>
            <ac:spMk id="7" creationId="{DC75750A-E3F1-D8EB-031E-7D0CC1F96767}"/>
          </ac:spMkLst>
        </pc:spChg>
        <pc:spChg chg="add mod">
          <ac:chgData name="Michel, Trevor A" userId="S::xu6189ne@go.minnstate.edu::47b47093-98c3-464d-b84b-139362f373ea" providerId="AD" clId="Web-{716F47B6-388F-B64A-3513-975C7EA96578}" dt="2026-02-28T21:21:59.834" v="426" actId="20577"/>
          <ac:spMkLst>
            <pc:docMk/>
            <pc:sldMk cId="3542396603" sldId="260"/>
            <ac:spMk id="8" creationId="{F30D0C0D-94E7-1197-0084-416422FCB1A5}"/>
          </ac:spMkLst>
        </pc:spChg>
        <pc:spChg chg="add del mod">
          <ac:chgData name="Michel, Trevor A" userId="S::xu6189ne@go.minnstate.edu::47b47093-98c3-464d-b84b-139362f373ea" providerId="AD" clId="Web-{716F47B6-388F-B64A-3513-975C7EA96578}" dt="2026-02-28T21:07:25.239" v="195"/>
          <ac:spMkLst>
            <pc:docMk/>
            <pc:sldMk cId="3542396603" sldId="260"/>
            <ac:spMk id="9" creationId="{FC3C5C5B-9C48-031F-DF2D-5AC508E46F63}"/>
          </ac:spMkLst>
        </pc:spChg>
        <pc:spChg chg="add mod">
          <ac:chgData name="Michel, Trevor A" userId="S::xu6189ne@go.minnstate.edu::47b47093-98c3-464d-b84b-139362f373ea" providerId="AD" clId="Web-{716F47B6-388F-B64A-3513-975C7EA96578}" dt="2026-02-28T21:22:07.412" v="431"/>
          <ac:spMkLst>
            <pc:docMk/>
            <pc:sldMk cId="3542396603" sldId="260"/>
            <ac:spMk id="10" creationId="{122EFE42-5CDB-273D-0548-05CD2EC27798}"/>
          </ac:spMkLst>
        </pc:spChg>
        <pc:picChg chg="add mod">
          <ac:chgData name="Michel, Trevor A" userId="S::xu6189ne@go.minnstate.edu::47b47093-98c3-464d-b84b-139362f373ea" providerId="AD" clId="Web-{716F47B6-388F-B64A-3513-975C7EA96578}" dt="2026-02-28T21:04:21.263" v="182" actId="14100"/>
          <ac:picMkLst>
            <pc:docMk/>
            <pc:sldMk cId="3542396603" sldId="260"/>
            <ac:picMk id="3" creationId="{455ED008-A311-ABDC-BF7A-F9109CD8B4EE}"/>
          </ac:picMkLst>
        </pc:picChg>
        <pc:picChg chg="add mod">
          <ac:chgData name="Michel, Trevor A" userId="S::xu6189ne@go.minnstate.edu::47b47093-98c3-464d-b84b-139362f373ea" providerId="AD" clId="Web-{716F47B6-388F-B64A-3513-975C7EA96578}" dt="2026-02-28T21:04:04.747" v="179" actId="1076"/>
          <ac:picMkLst>
            <pc:docMk/>
            <pc:sldMk cId="3542396603" sldId="260"/>
            <ac:picMk id="6" creationId="{40EE1AD2-4FBB-8FF6-3DF5-F5BD56D0EC37}"/>
          </ac:picMkLst>
        </pc:picChg>
      </pc:sldChg>
      <pc:sldChg chg="addSp delSp modSp new">
        <pc:chgData name="Michel, Trevor A" userId="S::xu6189ne@go.minnstate.edu::47b47093-98c3-464d-b84b-139362f373ea" providerId="AD" clId="Web-{716F47B6-388F-B64A-3513-975C7EA96578}" dt="2026-02-28T21:29:22.367" v="491" actId="20577"/>
        <pc:sldMkLst>
          <pc:docMk/>
          <pc:sldMk cId="2486051660" sldId="262"/>
        </pc:sldMkLst>
        <pc:spChg chg="add del mod">
          <ac:chgData name="Michel, Trevor A" userId="S::xu6189ne@go.minnstate.edu::47b47093-98c3-464d-b84b-139362f373ea" providerId="AD" clId="Web-{716F47B6-388F-B64A-3513-975C7EA96578}" dt="2026-02-28T21:11:01.086" v="293"/>
          <ac:spMkLst>
            <pc:docMk/>
            <pc:sldMk cId="2486051660" sldId="262"/>
            <ac:spMk id="2" creationId="{824E0ABB-5C1A-7F4C-215F-D6D178343EF0}"/>
          </ac:spMkLst>
        </pc:spChg>
        <pc:spChg chg="add mod">
          <ac:chgData name="Michel, Trevor A" userId="S::xu6189ne@go.minnstate.edu::47b47093-98c3-464d-b84b-139362f373ea" providerId="AD" clId="Web-{716F47B6-388F-B64A-3513-975C7EA96578}" dt="2026-02-28T21:29:22.367" v="491" actId="20577"/>
          <ac:spMkLst>
            <pc:docMk/>
            <pc:sldMk cId="2486051660" sldId="262"/>
            <ac:spMk id="3" creationId="{B70C430F-56B2-7312-F01C-B022BD07393C}"/>
          </ac:spMkLst>
        </pc:spChg>
        <pc:spChg chg="add del mod">
          <ac:chgData name="Michel, Trevor A" userId="S::xu6189ne@go.minnstate.edu::47b47093-98c3-464d-b84b-139362f373ea" providerId="AD" clId="Web-{716F47B6-388F-B64A-3513-975C7EA96578}" dt="2026-02-28T21:12:17.792" v="299"/>
          <ac:spMkLst>
            <pc:docMk/>
            <pc:sldMk cId="2486051660" sldId="262"/>
            <ac:spMk id="4" creationId="{CEB70016-D571-0045-1F8C-E2D1B52A6BB3}"/>
          </ac:spMkLst>
        </pc:spChg>
        <pc:spChg chg="add mod">
          <ac:chgData name="Michel, Trevor A" userId="S::xu6189ne@go.minnstate.edu::47b47093-98c3-464d-b84b-139362f373ea" providerId="AD" clId="Web-{716F47B6-388F-B64A-3513-975C7EA96578}" dt="2026-02-28T21:19:19.047" v="353" actId="1076"/>
          <ac:spMkLst>
            <pc:docMk/>
            <pc:sldMk cId="2486051660" sldId="262"/>
            <ac:spMk id="7" creationId="{A1ED316A-2EFE-2DA7-207A-0485C115AD35}"/>
          </ac:spMkLst>
        </pc:spChg>
        <pc:spChg chg="add mod">
          <ac:chgData name="Michel, Trevor A" userId="S::xu6189ne@go.minnstate.edu::47b47093-98c3-464d-b84b-139362f373ea" providerId="AD" clId="Web-{716F47B6-388F-B64A-3513-975C7EA96578}" dt="2026-02-28T21:18:24.748" v="321"/>
          <ac:spMkLst>
            <pc:docMk/>
            <pc:sldMk cId="2486051660" sldId="262"/>
            <ac:spMk id="8" creationId="{EB324BC8-E8D8-F30D-81E4-7244DE53F9A6}"/>
          </ac:spMkLst>
        </pc:spChg>
        <pc:spChg chg="add mod">
          <ac:chgData name="Michel, Trevor A" userId="S::xu6189ne@go.minnstate.edu::47b47093-98c3-464d-b84b-139362f373ea" providerId="AD" clId="Web-{716F47B6-388F-B64A-3513-975C7EA96578}" dt="2026-02-28T21:20:33.814" v="385" actId="20577"/>
          <ac:spMkLst>
            <pc:docMk/>
            <pc:sldMk cId="2486051660" sldId="262"/>
            <ac:spMk id="9" creationId="{4C1FB342-5850-1522-1324-BA0F04F61CB3}"/>
          </ac:spMkLst>
        </pc:spChg>
        <pc:spChg chg="add del">
          <ac:chgData name="Michel, Trevor A" userId="S::xu6189ne@go.minnstate.edu::47b47093-98c3-464d-b84b-139362f373ea" providerId="AD" clId="Web-{716F47B6-388F-B64A-3513-975C7EA96578}" dt="2026-02-28T21:19:48.907" v="355"/>
          <ac:spMkLst>
            <pc:docMk/>
            <pc:sldMk cId="2486051660" sldId="262"/>
            <ac:spMk id="10" creationId="{8FCA6C15-194A-2298-8D3B-04582C294F71}"/>
          </ac:spMkLst>
        </pc:spChg>
        <pc:spChg chg="add del">
          <ac:chgData name="Michel, Trevor A" userId="S::xu6189ne@go.minnstate.edu::47b47093-98c3-464d-b84b-139362f373ea" providerId="AD" clId="Web-{716F47B6-388F-B64A-3513-975C7EA96578}" dt="2026-02-28T21:19:59.469" v="357"/>
          <ac:spMkLst>
            <pc:docMk/>
            <pc:sldMk cId="2486051660" sldId="262"/>
            <ac:spMk id="12" creationId="{A58B526B-3170-A485-0C9E-8C8B79EBB677}"/>
          </ac:spMkLst>
        </pc:spChg>
        <pc:spChg chg="add mod">
          <ac:chgData name="Michel, Trevor A" userId="S::xu6189ne@go.minnstate.edu::47b47093-98c3-464d-b84b-139362f373ea" providerId="AD" clId="Web-{716F47B6-388F-B64A-3513-975C7EA96578}" dt="2026-02-28T21:20:27.267" v="381" actId="20577"/>
          <ac:spMkLst>
            <pc:docMk/>
            <pc:sldMk cId="2486051660" sldId="262"/>
            <ac:spMk id="14" creationId="{ACC51D21-2D34-832F-582E-551578457215}"/>
          </ac:spMkLst>
        </pc:spChg>
        <pc:picChg chg="add mod">
          <ac:chgData name="Michel, Trevor A" userId="S::xu6189ne@go.minnstate.edu::47b47093-98c3-464d-b84b-139362f373ea" providerId="AD" clId="Web-{716F47B6-388F-B64A-3513-975C7EA96578}" dt="2026-02-28T21:17:20.980" v="312" actId="1076"/>
          <ac:picMkLst>
            <pc:docMk/>
            <pc:sldMk cId="2486051660" sldId="262"/>
            <ac:picMk id="5" creationId="{07EF14BC-4FB8-8305-16C3-31D6FADB8263}"/>
          </ac:picMkLst>
        </pc:picChg>
        <pc:picChg chg="add mod">
          <ac:chgData name="Michel, Trevor A" userId="S::xu6189ne@go.minnstate.edu::47b47093-98c3-464d-b84b-139362f373ea" providerId="AD" clId="Web-{716F47B6-388F-B64A-3513-975C7EA96578}" dt="2026-02-28T21:17:36.995" v="315" actId="1076"/>
          <ac:picMkLst>
            <pc:docMk/>
            <pc:sldMk cId="2486051660" sldId="262"/>
            <ac:picMk id="6" creationId="{859DD66A-C6D6-E52D-533C-1227A36A9BDE}"/>
          </ac:picMkLst>
        </pc:picChg>
      </pc:sldChg>
      <pc:sldChg chg="addSp modSp new">
        <pc:chgData name="Michel, Trevor A" userId="S::xu6189ne@go.minnstate.edu::47b47093-98c3-464d-b84b-139362f373ea" providerId="AD" clId="Web-{716F47B6-388F-B64A-3513-975C7EA96578}" dt="2026-02-28T21:36:09.526" v="568" actId="1076"/>
        <pc:sldMkLst>
          <pc:docMk/>
          <pc:sldMk cId="2205884802" sldId="267"/>
        </pc:sldMkLst>
        <pc:spChg chg="add mod">
          <ac:chgData name="Michel, Trevor A" userId="S::xu6189ne@go.minnstate.edu::47b47093-98c3-464d-b84b-139362f373ea" providerId="AD" clId="Web-{716F47B6-388F-B64A-3513-975C7EA96578}" dt="2026-02-28T21:29:30.961" v="493" actId="20577"/>
          <ac:spMkLst>
            <pc:docMk/>
            <pc:sldMk cId="2205884802" sldId="267"/>
            <ac:spMk id="3" creationId="{E7150560-FDEA-AEE0-D169-4B641397D91E}"/>
          </ac:spMkLst>
        </pc:spChg>
        <pc:spChg chg="add mod">
          <ac:chgData name="Michel, Trevor A" userId="S::xu6189ne@go.minnstate.edu::47b47093-98c3-464d-b84b-139362f373ea" providerId="AD" clId="Web-{716F47B6-388F-B64A-3513-975C7EA96578}" dt="2026-02-28T21:28:25.352" v="481" actId="20577"/>
          <ac:spMkLst>
            <pc:docMk/>
            <pc:sldMk cId="2205884802" sldId="267"/>
            <ac:spMk id="4" creationId="{8B9EB567-D992-BD9D-8CD2-9017590843E9}"/>
          </ac:spMkLst>
        </pc:spChg>
        <pc:spChg chg="add mod">
          <ac:chgData name="Michel, Trevor A" userId="S::xu6189ne@go.minnstate.edu::47b47093-98c3-464d-b84b-139362f373ea" providerId="AD" clId="Web-{716F47B6-388F-B64A-3513-975C7EA96578}" dt="2026-02-28T21:29:58.461" v="500" actId="20577"/>
          <ac:spMkLst>
            <pc:docMk/>
            <pc:sldMk cId="2205884802" sldId="267"/>
            <ac:spMk id="5" creationId="{7534969B-3141-808D-3E6D-E9A20B5664C8}"/>
          </ac:spMkLst>
        </pc:spChg>
        <pc:spChg chg="add mod">
          <ac:chgData name="Michel, Trevor A" userId="S::xu6189ne@go.minnstate.edu::47b47093-98c3-464d-b84b-139362f373ea" providerId="AD" clId="Web-{716F47B6-388F-B64A-3513-975C7EA96578}" dt="2026-02-28T21:35:53.806" v="566" actId="1076"/>
          <ac:spMkLst>
            <pc:docMk/>
            <pc:sldMk cId="2205884802" sldId="267"/>
            <ac:spMk id="6" creationId="{B54B4B66-D7E9-1406-64DC-50F3227259FC}"/>
          </ac:spMkLst>
        </pc:spChg>
        <pc:spChg chg="add mod">
          <ac:chgData name="Michel, Trevor A" userId="S::xu6189ne@go.minnstate.edu::47b47093-98c3-464d-b84b-139362f373ea" providerId="AD" clId="Web-{716F47B6-388F-B64A-3513-975C7EA96578}" dt="2026-02-28T21:35:46.603" v="565" actId="1076"/>
          <ac:spMkLst>
            <pc:docMk/>
            <pc:sldMk cId="2205884802" sldId="267"/>
            <ac:spMk id="11" creationId="{0A4DB268-94E1-321F-7F37-D2B02B0B3A10}"/>
          </ac:spMkLst>
        </pc:spChg>
        <pc:spChg chg="add mod">
          <ac:chgData name="Michel, Trevor A" userId="S::xu6189ne@go.minnstate.edu::47b47093-98c3-464d-b84b-139362f373ea" providerId="AD" clId="Web-{716F47B6-388F-B64A-3513-975C7EA96578}" dt="2026-02-28T21:34:55.976" v="551" actId="20577"/>
          <ac:spMkLst>
            <pc:docMk/>
            <pc:sldMk cId="2205884802" sldId="267"/>
            <ac:spMk id="12" creationId="{8A102F68-4986-590E-FAA2-E13756DC2435}"/>
          </ac:spMkLst>
        </pc:spChg>
        <pc:spChg chg="add mod">
          <ac:chgData name="Michel, Trevor A" userId="S::xu6189ne@go.minnstate.edu::47b47093-98c3-464d-b84b-139362f373ea" providerId="AD" clId="Web-{716F47B6-388F-B64A-3513-975C7EA96578}" dt="2026-02-28T21:36:09.526" v="568" actId="1076"/>
          <ac:spMkLst>
            <pc:docMk/>
            <pc:sldMk cId="2205884802" sldId="267"/>
            <ac:spMk id="13" creationId="{3BBBB0B8-F420-0747-BAF1-759BE9E8C525}"/>
          </ac:spMkLst>
        </pc:spChg>
        <pc:picChg chg="add mod">
          <ac:chgData name="Michel, Trevor A" userId="S::xu6189ne@go.minnstate.edu::47b47093-98c3-464d-b84b-139362f373ea" providerId="AD" clId="Web-{716F47B6-388F-B64A-3513-975C7EA96578}" dt="2026-02-28T21:33:52.007" v="541" actId="14100"/>
          <ac:picMkLst>
            <pc:docMk/>
            <pc:sldMk cId="2205884802" sldId="267"/>
            <ac:picMk id="7" creationId="{CCCAA4EF-BD1D-B52A-E9A8-803C1F186889}"/>
          </ac:picMkLst>
        </pc:picChg>
        <pc:picChg chg="add mod ord">
          <ac:chgData name="Michel, Trevor A" userId="S::xu6189ne@go.minnstate.edu::47b47093-98c3-464d-b84b-139362f373ea" providerId="AD" clId="Web-{716F47B6-388F-B64A-3513-975C7EA96578}" dt="2026-02-28T21:33:06.367" v="529" actId="1076"/>
          <ac:picMkLst>
            <pc:docMk/>
            <pc:sldMk cId="2205884802" sldId="267"/>
            <ac:picMk id="8" creationId="{D31AFAEA-A4E2-59D9-9F0F-EE2D06D20B58}"/>
          </ac:picMkLst>
        </pc:picChg>
        <pc:picChg chg="add mod">
          <ac:chgData name="Michel, Trevor A" userId="S::xu6189ne@go.minnstate.edu::47b47093-98c3-464d-b84b-139362f373ea" providerId="AD" clId="Web-{716F47B6-388F-B64A-3513-975C7EA96578}" dt="2026-02-28T21:32:28.663" v="523" actId="1076"/>
          <ac:picMkLst>
            <pc:docMk/>
            <pc:sldMk cId="2205884802" sldId="267"/>
            <ac:picMk id="9" creationId="{C862E688-1A27-5763-1885-DECCD5A84481}"/>
          </ac:picMkLst>
        </pc:picChg>
        <pc:picChg chg="add mod">
          <ac:chgData name="Michel, Trevor A" userId="S::xu6189ne@go.minnstate.edu::47b47093-98c3-464d-b84b-139362f373ea" providerId="AD" clId="Web-{716F47B6-388F-B64A-3513-975C7EA96578}" dt="2026-02-28T21:33:18.085" v="530" actId="14100"/>
          <ac:picMkLst>
            <pc:docMk/>
            <pc:sldMk cId="2205884802" sldId="267"/>
            <ac:picMk id="10" creationId="{09D05CEB-8EBA-DAF9-0FE5-CBB43E505EC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6870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6027F-7875-4030-9381-8BD8C4F21935}"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399520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163318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14527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312023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377259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81702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578323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930639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83656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680257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873493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543334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0477908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766423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909101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117910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3432676010"/>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dmail5802/hackathon_competitio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32276C-189E-74B4-9947-6E99D77EC2C0}"/>
              </a:ext>
            </a:extLst>
          </p:cNvPr>
          <p:cNvSpPr txBox="1"/>
          <p:nvPr/>
        </p:nvSpPr>
        <p:spPr>
          <a:xfrm>
            <a:off x="448456" y="1710496"/>
            <a:ext cx="4060558" cy="414425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defTabSz="457200">
              <a:spcBef>
                <a:spcPts val="1000"/>
              </a:spcBef>
              <a:buClr>
                <a:schemeClr val="bg2">
                  <a:lumMod val="40000"/>
                  <a:lumOff val="60000"/>
                </a:schemeClr>
              </a:buClr>
              <a:buSzPct val="80000"/>
            </a:pPr>
            <a:r>
              <a:rPr lang="en-US" sz="4400">
                <a:latin typeface="Arial"/>
                <a:ea typeface="+mj-ea"/>
                <a:cs typeface="Arial"/>
              </a:rPr>
              <a:t>Hackathon 2026 </a:t>
            </a:r>
          </a:p>
          <a:p>
            <a:pPr defTabSz="457200">
              <a:spcBef>
                <a:spcPts val="1000"/>
              </a:spcBef>
              <a:buClr>
                <a:schemeClr val="bg2">
                  <a:lumMod val="40000"/>
                  <a:lumOff val="60000"/>
                </a:schemeClr>
              </a:buClr>
              <a:buSzPct val="80000"/>
              <a:buFont typeface="Wingdings 3" charset="2"/>
              <a:buChar char=""/>
            </a:pPr>
            <a:endParaRPr lang="en-US" sz="2400">
              <a:latin typeface="Arial"/>
              <a:ea typeface="+mj-ea"/>
              <a:cs typeface="Arial"/>
            </a:endParaRPr>
          </a:p>
          <a:p>
            <a:pPr defTabSz="457200">
              <a:spcBef>
                <a:spcPts val="1000"/>
              </a:spcBef>
              <a:buClr>
                <a:srgbClr val="F7F7F7"/>
              </a:buClr>
              <a:buSzPct val="80000"/>
              <a:buFont typeface="Wingdings 3" charset="2"/>
              <a:buChar char=""/>
            </a:pPr>
            <a:endParaRPr lang="en-US" sz="2400">
              <a:latin typeface="Arial"/>
              <a:ea typeface="+mj-ea"/>
              <a:cs typeface="Arial"/>
            </a:endParaRPr>
          </a:p>
          <a:p>
            <a:pPr defTabSz="457200">
              <a:spcBef>
                <a:spcPts val="1000"/>
              </a:spcBef>
              <a:buClr>
                <a:schemeClr val="bg2">
                  <a:lumMod val="40000"/>
                  <a:lumOff val="60000"/>
                </a:schemeClr>
              </a:buClr>
              <a:buSzPct val="80000"/>
              <a:buFont typeface="Wingdings 3" charset="2"/>
              <a:buChar char=""/>
            </a:pPr>
            <a:r>
              <a:rPr lang="en-US" sz="2400">
                <a:latin typeface="Arial"/>
                <a:ea typeface="+mj-ea"/>
                <a:cs typeface="Arial"/>
              </a:rPr>
              <a:t>Pronob Kumar </a:t>
            </a:r>
          </a:p>
          <a:p>
            <a:pPr defTabSz="457200">
              <a:spcBef>
                <a:spcPts val="1000"/>
              </a:spcBef>
              <a:buClr>
                <a:schemeClr val="bg2">
                  <a:lumMod val="40000"/>
                  <a:lumOff val="60000"/>
                </a:schemeClr>
              </a:buClr>
              <a:buSzPct val="80000"/>
              <a:buFont typeface="Wingdings 3" charset="2"/>
              <a:buChar char=""/>
            </a:pPr>
            <a:r>
              <a:rPr lang="en-US" sz="2400">
                <a:latin typeface="Arial"/>
                <a:ea typeface="+mj-ea"/>
                <a:cs typeface="Arial"/>
              </a:rPr>
              <a:t>Trevor Michel </a:t>
            </a:r>
          </a:p>
          <a:p>
            <a:pPr defTabSz="457200">
              <a:spcBef>
                <a:spcPts val="1000"/>
              </a:spcBef>
              <a:buClr>
                <a:schemeClr val="bg2">
                  <a:lumMod val="40000"/>
                  <a:lumOff val="60000"/>
                </a:schemeClr>
              </a:buClr>
              <a:buSzPct val="80000"/>
              <a:buFont typeface="Wingdings 3" charset="2"/>
              <a:buChar char=""/>
            </a:pPr>
            <a:r>
              <a:rPr lang="en-US" sz="2400">
                <a:latin typeface="Arial"/>
                <a:ea typeface="+mj-ea"/>
                <a:cs typeface="Arial"/>
              </a:rPr>
              <a:t>Walter Weber </a:t>
            </a:r>
          </a:p>
          <a:p>
            <a:pPr defTabSz="457200">
              <a:spcBef>
                <a:spcPts val="1000"/>
              </a:spcBef>
              <a:buClr>
                <a:schemeClr val="bg2">
                  <a:lumMod val="40000"/>
                  <a:lumOff val="60000"/>
                </a:schemeClr>
              </a:buClr>
              <a:buSzPct val="80000"/>
              <a:buFont typeface="Wingdings 3" charset="2"/>
              <a:buChar char=""/>
            </a:pPr>
            <a:r>
              <a:rPr lang="en-US" sz="2400">
                <a:latin typeface="Arial"/>
                <a:ea typeface="+mj-ea"/>
                <a:cs typeface="Arial"/>
              </a:rPr>
              <a:t>Ian McKinzie</a:t>
            </a:r>
          </a:p>
        </p:txBody>
      </p:sp>
      <p:sp>
        <p:nvSpPr>
          <p:cNvPr id="4" name="TextBox 3">
            <a:extLst>
              <a:ext uri="{FF2B5EF4-FFF2-40B4-BE49-F238E27FC236}">
                <a16:creationId xmlns:a16="http://schemas.microsoft.com/office/drawing/2014/main" id="{B6ECF687-73C7-5532-12D8-5BBBBEB5DE3D}"/>
              </a:ext>
            </a:extLst>
          </p:cNvPr>
          <p:cNvSpPr txBox="1"/>
          <p:nvPr/>
        </p:nvSpPr>
        <p:spPr>
          <a:xfrm>
            <a:off x="1713776" y="571258"/>
            <a:ext cx="8970304" cy="32113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extBox 1">
            <a:extLst>
              <a:ext uri="{FF2B5EF4-FFF2-40B4-BE49-F238E27FC236}">
                <a16:creationId xmlns:a16="http://schemas.microsoft.com/office/drawing/2014/main" id="{46F82388-511D-B6FA-A49F-D5DABD44F454}"/>
              </a:ext>
            </a:extLst>
          </p:cNvPr>
          <p:cNvSpPr txBox="1"/>
          <p:nvPr/>
        </p:nvSpPr>
        <p:spPr>
          <a:xfrm>
            <a:off x="4163785" y="1133928"/>
            <a:ext cx="7720482"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a:latin typeface="Rockwell"/>
              </a:rPr>
              <a:t>Exploring Machine Learning Models and Data Poisoning to solve real-life issues with AI </a:t>
            </a:r>
          </a:p>
        </p:txBody>
      </p:sp>
    </p:spTree>
    <p:extLst>
      <p:ext uri="{BB962C8B-B14F-4D97-AF65-F5344CB8AC3E}">
        <p14:creationId xmlns:p14="http://schemas.microsoft.com/office/powerpoint/2010/main" val="2287566913"/>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553A7-5217-C92E-EE8C-2B999E346ABD}"/>
              </a:ext>
            </a:extLst>
          </p:cNvPr>
          <p:cNvSpPr txBox="1"/>
          <p:nvPr/>
        </p:nvSpPr>
        <p:spPr>
          <a:xfrm>
            <a:off x="335642" y="308428"/>
            <a:ext cx="877207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rial"/>
                <a:cs typeface="Arial"/>
              </a:rPr>
              <a:t>Dataset: Supreme Court Justices</a:t>
            </a:r>
          </a:p>
        </p:txBody>
      </p:sp>
      <p:sp>
        <p:nvSpPr>
          <p:cNvPr id="4" name="TextBox 3">
            <a:extLst>
              <a:ext uri="{FF2B5EF4-FFF2-40B4-BE49-F238E27FC236}">
                <a16:creationId xmlns:a16="http://schemas.microsoft.com/office/drawing/2014/main" id="{9C0BE16F-515E-19B8-17F9-0CBF9979B81C}"/>
              </a:ext>
            </a:extLst>
          </p:cNvPr>
          <p:cNvSpPr txBox="1"/>
          <p:nvPr/>
        </p:nvSpPr>
        <p:spPr>
          <a:xfrm>
            <a:off x="335643" y="834571"/>
            <a:ext cx="59780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Predicted when alive Supreme Court Justices were going to die using machine learning</a:t>
            </a:r>
          </a:p>
        </p:txBody>
      </p:sp>
      <p:sp>
        <p:nvSpPr>
          <p:cNvPr id="6" name="TextBox 5">
            <a:extLst>
              <a:ext uri="{FF2B5EF4-FFF2-40B4-BE49-F238E27FC236}">
                <a16:creationId xmlns:a16="http://schemas.microsoft.com/office/drawing/2014/main" id="{F071803E-D6A0-24C3-DB34-1D9D1D52BD35}"/>
              </a:ext>
            </a:extLst>
          </p:cNvPr>
          <p:cNvSpPr txBox="1"/>
          <p:nvPr/>
        </p:nvSpPr>
        <p:spPr>
          <a:xfrm>
            <a:off x="8036455" y="1625649"/>
            <a:ext cx="391186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The black bar represents how old each person (in 2021) was compared to how long they are expected to live</a:t>
            </a:r>
          </a:p>
        </p:txBody>
      </p:sp>
      <p:pic>
        <p:nvPicPr>
          <p:cNvPr id="8" name="Picture 7" descr="A graph of death age&#10;&#10;AI-generated content may be incorrect.">
            <a:extLst>
              <a:ext uri="{FF2B5EF4-FFF2-40B4-BE49-F238E27FC236}">
                <a16:creationId xmlns:a16="http://schemas.microsoft.com/office/drawing/2014/main" id="{0E123127-48EF-E656-DA6F-01579D1F9167}"/>
              </a:ext>
            </a:extLst>
          </p:cNvPr>
          <p:cNvPicPr>
            <a:picLocks noChangeAspect="1"/>
          </p:cNvPicPr>
          <p:nvPr/>
        </p:nvPicPr>
        <p:blipFill>
          <a:blip r:embed="rId2"/>
          <a:stretch>
            <a:fillRect/>
          </a:stretch>
        </p:blipFill>
        <p:spPr>
          <a:xfrm>
            <a:off x="418419" y="1712911"/>
            <a:ext cx="7617732" cy="4584247"/>
          </a:xfrm>
          <a:prstGeom prst="rect">
            <a:avLst/>
          </a:prstGeom>
        </p:spPr>
      </p:pic>
      <p:sp>
        <p:nvSpPr>
          <p:cNvPr id="2" name="TextBox 1">
            <a:extLst>
              <a:ext uri="{FF2B5EF4-FFF2-40B4-BE49-F238E27FC236}">
                <a16:creationId xmlns:a16="http://schemas.microsoft.com/office/drawing/2014/main" id="{25CCF194-7100-E8E2-06B4-11C3E3EBC437}"/>
              </a:ext>
            </a:extLst>
          </p:cNvPr>
          <p:cNvSpPr txBox="1"/>
          <p:nvPr/>
        </p:nvSpPr>
        <p:spPr>
          <a:xfrm>
            <a:off x="8064499" y="3256642"/>
            <a:ext cx="40367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Some data elements used to predict age are birth date, term start date, as well as categorical elements such as political party or sex</a:t>
            </a:r>
          </a:p>
        </p:txBody>
      </p:sp>
    </p:spTree>
    <p:extLst>
      <p:ext uri="{BB962C8B-B14F-4D97-AF65-F5344CB8AC3E}">
        <p14:creationId xmlns:p14="http://schemas.microsoft.com/office/powerpoint/2010/main" val="146144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E123CD-2412-C275-5C26-1269D3D1FC70}"/>
              </a:ext>
            </a:extLst>
          </p:cNvPr>
          <p:cNvPicPr>
            <a:picLocks noChangeAspect="1"/>
          </p:cNvPicPr>
          <p:nvPr/>
        </p:nvPicPr>
        <p:blipFill>
          <a:blip r:embed="rId2"/>
          <a:stretch>
            <a:fillRect/>
          </a:stretch>
        </p:blipFill>
        <p:spPr>
          <a:xfrm>
            <a:off x="393326" y="1715192"/>
            <a:ext cx="7648055" cy="4555463"/>
          </a:xfrm>
          <a:prstGeom prst="rect">
            <a:avLst/>
          </a:prstGeom>
        </p:spPr>
      </p:pic>
      <p:sp>
        <p:nvSpPr>
          <p:cNvPr id="3" name="TextBox 2">
            <a:extLst>
              <a:ext uri="{FF2B5EF4-FFF2-40B4-BE49-F238E27FC236}">
                <a16:creationId xmlns:a16="http://schemas.microsoft.com/office/drawing/2014/main" id="{D0DFA83B-231C-0C9A-2549-7CF0FD9895E6}"/>
              </a:ext>
            </a:extLst>
          </p:cNvPr>
          <p:cNvSpPr txBox="1"/>
          <p:nvPr/>
        </p:nvSpPr>
        <p:spPr>
          <a:xfrm>
            <a:off x="319911" y="332887"/>
            <a:ext cx="695445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rial"/>
                <a:cs typeface="Arial"/>
              </a:rPr>
              <a:t>Results after data poisoning</a:t>
            </a:r>
          </a:p>
        </p:txBody>
      </p:sp>
      <p:sp>
        <p:nvSpPr>
          <p:cNvPr id="4" name="TextBox 3">
            <a:extLst>
              <a:ext uri="{FF2B5EF4-FFF2-40B4-BE49-F238E27FC236}">
                <a16:creationId xmlns:a16="http://schemas.microsoft.com/office/drawing/2014/main" id="{DFF1EA4B-747D-53BE-9C84-7C3FFF6DC4D8}"/>
              </a:ext>
            </a:extLst>
          </p:cNvPr>
          <p:cNvSpPr txBox="1"/>
          <p:nvPr/>
        </p:nvSpPr>
        <p:spPr>
          <a:xfrm>
            <a:off x="390071" y="916214"/>
            <a:ext cx="54156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This model appears to be quite robust to data poisoning</a:t>
            </a:r>
          </a:p>
        </p:txBody>
      </p:sp>
      <p:sp>
        <p:nvSpPr>
          <p:cNvPr id="5" name="TextBox 4">
            <a:extLst>
              <a:ext uri="{FF2B5EF4-FFF2-40B4-BE49-F238E27FC236}">
                <a16:creationId xmlns:a16="http://schemas.microsoft.com/office/drawing/2014/main" id="{FE78A168-E418-58FB-3B03-F216CE80888D}"/>
              </a:ext>
            </a:extLst>
          </p:cNvPr>
          <p:cNvSpPr txBox="1"/>
          <p:nvPr/>
        </p:nvSpPr>
        <p:spPr>
          <a:xfrm>
            <a:off x="8109857" y="1650999"/>
            <a:ext cx="27431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The differences between this graph and the previous graph are miniscule</a:t>
            </a:r>
          </a:p>
        </p:txBody>
      </p:sp>
    </p:spTree>
    <p:extLst>
      <p:ext uri="{BB962C8B-B14F-4D97-AF65-F5344CB8AC3E}">
        <p14:creationId xmlns:p14="http://schemas.microsoft.com/office/powerpoint/2010/main" val="2408984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black screen&#10;&#10;AI-generated content may be incorrect.">
            <a:extLst>
              <a:ext uri="{FF2B5EF4-FFF2-40B4-BE49-F238E27FC236}">
                <a16:creationId xmlns:a16="http://schemas.microsoft.com/office/drawing/2014/main" id="{FC3A7CD0-E56C-FEC5-DF92-377D0474FBC1}"/>
              </a:ext>
            </a:extLst>
          </p:cNvPr>
          <p:cNvPicPr>
            <a:picLocks noChangeAspect="1"/>
          </p:cNvPicPr>
          <p:nvPr/>
        </p:nvPicPr>
        <p:blipFill>
          <a:blip r:embed="rId2"/>
          <a:stretch>
            <a:fillRect/>
          </a:stretch>
        </p:blipFill>
        <p:spPr>
          <a:xfrm>
            <a:off x="3716111" y="2091988"/>
            <a:ext cx="2380767" cy="4054032"/>
          </a:xfrm>
          <a:prstGeom prst="rect">
            <a:avLst/>
          </a:prstGeom>
        </p:spPr>
      </p:pic>
      <p:pic>
        <p:nvPicPr>
          <p:cNvPr id="3" name="Picture 2" descr="A screenshot of a black screen&#10;&#10;AI-generated content may be incorrect.">
            <a:extLst>
              <a:ext uri="{FF2B5EF4-FFF2-40B4-BE49-F238E27FC236}">
                <a16:creationId xmlns:a16="http://schemas.microsoft.com/office/drawing/2014/main" id="{391432EC-F70D-58C2-6539-BADE8793C008}"/>
              </a:ext>
            </a:extLst>
          </p:cNvPr>
          <p:cNvPicPr>
            <a:picLocks noChangeAspect="1"/>
          </p:cNvPicPr>
          <p:nvPr/>
        </p:nvPicPr>
        <p:blipFill>
          <a:blip r:embed="rId3"/>
          <a:stretch>
            <a:fillRect/>
          </a:stretch>
        </p:blipFill>
        <p:spPr>
          <a:xfrm>
            <a:off x="720275" y="2125822"/>
            <a:ext cx="2227644" cy="3977230"/>
          </a:xfrm>
          <a:prstGeom prst="rect">
            <a:avLst/>
          </a:prstGeom>
        </p:spPr>
      </p:pic>
      <p:sp>
        <p:nvSpPr>
          <p:cNvPr id="4" name="TextBox 3">
            <a:extLst>
              <a:ext uri="{FF2B5EF4-FFF2-40B4-BE49-F238E27FC236}">
                <a16:creationId xmlns:a16="http://schemas.microsoft.com/office/drawing/2014/main" id="{19E91DE6-B179-D335-6597-08A5753B28DF}"/>
              </a:ext>
            </a:extLst>
          </p:cNvPr>
          <p:cNvSpPr txBox="1"/>
          <p:nvPr/>
        </p:nvSpPr>
        <p:spPr>
          <a:xfrm>
            <a:off x="571500" y="299357"/>
            <a:ext cx="59599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rial"/>
                <a:cs typeface="Arial"/>
              </a:rPr>
              <a:t>Descriptive Statistics for age</a:t>
            </a:r>
          </a:p>
        </p:txBody>
      </p:sp>
      <p:sp>
        <p:nvSpPr>
          <p:cNvPr id="5" name="TextBox 4">
            <a:extLst>
              <a:ext uri="{FF2B5EF4-FFF2-40B4-BE49-F238E27FC236}">
                <a16:creationId xmlns:a16="http://schemas.microsoft.com/office/drawing/2014/main" id="{6E3FD651-4AC8-2E24-0762-9D6B2F634199}"/>
              </a:ext>
            </a:extLst>
          </p:cNvPr>
          <p:cNvSpPr txBox="1"/>
          <p:nvPr/>
        </p:nvSpPr>
        <p:spPr>
          <a:xfrm>
            <a:off x="734786" y="1315356"/>
            <a:ext cx="23168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Original ages of the data</a:t>
            </a:r>
          </a:p>
        </p:txBody>
      </p:sp>
      <p:sp>
        <p:nvSpPr>
          <p:cNvPr id="6" name="TextBox 5">
            <a:extLst>
              <a:ext uri="{FF2B5EF4-FFF2-40B4-BE49-F238E27FC236}">
                <a16:creationId xmlns:a16="http://schemas.microsoft.com/office/drawing/2014/main" id="{4B2BB9FB-ED8B-6604-9A28-735A8B422904}"/>
              </a:ext>
            </a:extLst>
          </p:cNvPr>
          <p:cNvSpPr txBox="1"/>
          <p:nvPr/>
        </p:nvSpPr>
        <p:spPr>
          <a:xfrm>
            <a:off x="3719286" y="1315357"/>
            <a:ext cx="24674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Messed up ages with data poisoning</a:t>
            </a:r>
          </a:p>
        </p:txBody>
      </p:sp>
      <p:sp>
        <p:nvSpPr>
          <p:cNvPr id="7" name="TextBox 6">
            <a:extLst>
              <a:ext uri="{FF2B5EF4-FFF2-40B4-BE49-F238E27FC236}">
                <a16:creationId xmlns:a16="http://schemas.microsoft.com/office/drawing/2014/main" id="{B45A3BF0-7AF4-FA92-CF76-98BDB92EFE1B}"/>
              </a:ext>
            </a:extLst>
          </p:cNvPr>
          <p:cNvSpPr txBox="1"/>
          <p:nvPr/>
        </p:nvSpPr>
        <p:spPr>
          <a:xfrm>
            <a:off x="6640285" y="1478643"/>
            <a:ext cx="4318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Utilized K-Nearest Neighbors machine learning model to make our final predictions. Seemingly, KNN is not affected much by these wildly variant ages. The KNN model fundamentally ignores outliers, so this model is resistant to data poisoning in the form of adding outliers.</a:t>
            </a:r>
          </a:p>
        </p:txBody>
      </p:sp>
      <p:sp>
        <p:nvSpPr>
          <p:cNvPr id="9" name="Frame 8">
            <a:extLst>
              <a:ext uri="{FF2B5EF4-FFF2-40B4-BE49-F238E27FC236}">
                <a16:creationId xmlns:a16="http://schemas.microsoft.com/office/drawing/2014/main" id="{7386DD9A-A96D-78B0-FED2-9DC59084BD42}"/>
              </a:ext>
            </a:extLst>
          </p:cNvPr>
          <p:cNvSpPr/>
          <p:nvPr/>
        </p:nvSpPr>
        <p:spPr>
          <a:xfrm>
            <a:off x="3619499" y="3501571"/>
            <a:ext cx="2567214" cy="825499"/>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ame 9">
            <a:extLst>
              <a:ext uri="{FF2B5EF4-FFF2-40B4-BE49-F238E27FC236}">
                <a16:creationId xmlns:a16="http://schemas.microsoft.com/office/drawing/2014/main" id="{FD6F3FCD-0AE7-6053-35F9-55D9B9F50353}"/>
              </a:ext>
            </a:extLst>
          </p:cNvPr>
          <p:cNvSpPr/>
          <p:nvPr/>
        </p:nvSpPr>
        <p:spPr>
          <a:xfrm>
            <a:off x="644069" y="3501570"/>
            <a:ext cx="2403929" cy="825499"/>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2151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blue line graph with numbers&#10;&#10;AI-generated content may be incorrect.">
            <a:extLst>
              <a:ext uri="{FF2B5EF4-FFF2-40B4-BE49-F238E27FC236}">
                <a16:creationId xmlns:a16="http://schemas.microsoft.com/office/drawing/2014/main" id="{D31AFAEA-A4E2-59D9-9F0F-EE2D06D20B58}"/>
              </a:ext>
            </a:extLst>
          </p:cNvPr>
          <p:cNvPicPr>
            <a:picLocks noChangeAspect="1"/>
          </p:cNvPicPr>
          <p:nvPr/>
        </p:nvPicPr>
        <p:blipFill>
          <a:blip r:embed="rId2"/>
          <a:stretch>
            <a:fillRect/>
          </a:stretch>
        </p:blipFill>
        <p:spPr>
          <a:xfrm>
            <a:off x="4127" y="1248728"/>
            <a:ext cx="4780915" cy="2797810"/>
          </a:xfrm>
          <a:prstGeom prst="rect">
            <a:avLst/>
          </a:prstGeom>
        </p:spPr>
      </p:pic>
      <p:sp>
        <p:nvSpPr>
          <p:cNvPr id="3" name="TextBox 2">
            <a:extLst>
              <a:ext uri="{FF2B5EF4-FFF2-40B4-BE49-F238E27FC236}">
                <a16:creationId xmlns:a16="http://schemas.microsoft.com/office/drawing/2014/main" id="{E7150560-FDEA-AEE0-D169-4B641397D91E}"/>
              </a:ext>
            </a:extLst>
          </p:cNvPr>
          <p:cNvSpPr txBox="1"/>
          <p:nvPr/>
        </p:nvSpPr>
        <p:spPr>
          <a:xfrm>
            <a:off x="1072984" y="323353"/>
            <a:ext cx="7992386" cy="523220"/>
          </a:xfrm>
          <a:prstGeom prst="rect">
            <a:avLst/>
          </a:prstGeom>
          <a:noFill/>
        </p:spPr>
        <p:txBody>
          <a:bodyPr wrap="square" lIns="91440" tIns="45720" rIns="91440" bIns="45720" rtlCol="0" anchor="t">
            <a:spAutoFit/>
          </a:bodyPr>
          <a:lstStyle/>
          <a:p>
            <a:r>
              <a:rPr lang="en-US" sz="2800">
                <a:latin typeface="Arial"/>
                <a:cs typeface="Arial"/>
              </a:rPr>
              <a:t>Predicting Olympic medalists</a:t>
            </a:r>
          </a:p>
        </p:txBody>
      </p:sp>
      <p:sp>
        <p:nvSpPr>
          <p:cNvPr id="4" name="TextBox 3">
            <a:extLst>
              <a:ext uri="{FF2B5EF4-FFF2-40B4-BE49-F238E27FC236}">
                <a16:creationId xmlns:a16="http://schemas.microsoft.com/office/drawing/2014/main" id="{8B9EB567-D992-BD9D-8CD2-9017590843E9}"/>
              </a:ext>
            </a:extLst>
          </p:cNvPr>
          <p:cNvSpPr txBox="1"/>
          <p:nvPr/>
        </p:nvSpPr>
        <p:spPr>
          <a:xfrm>
            <a:off x="1087120" y="883920"/>
            <a:ext cx="70815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With 8000 competitors 6500 did not earn medals</a:t>
            </a:r>
          </a:p>
        </p:txBody>
      </p:sp>
      <p:sp>
        <p:nvSpPr>
          <p:cNvPr id="5" name="TextBox 4">
            <a:extLst>
              <a:ext uri="{FF2B5EF4-FFF2-40B4-BE49-F238E27FC236}">
                <a16:creationId xmlns:a16="http://schemas.microsoft.com/office/drawing/2014/main" id="{7534969B-3141-808D-3E6D-E9A20B5664C8}"/>
              </a:ext>
            </a:extLst>
          </p:cNvPr>
          <p:cNvSpPr txBox="1"/>
          <p:nvPr/>
        </p:nvSpPr>
        <p:spPr>
          <a:xfrm>
            <a:off x="1386840" y="150876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Height</a:t>
            </a:r>
          </a:p>
        </p:txBody>
      </p:sp>
      <p:sp>
        <p:nvSpPr>
          <p:cNvPr id="6" name="TextBox 5">
            <a:extLst>
              <a:ext uri="{FF2B5EF4-FFF2-40B4-BE49-F238E27FC236}">
                <a16:creationId xmlns:a16="http://schemas.microsoft.com/office/drawing/2014/main" id="{B54B4B66-D7E9-1406-64DC-50F3227259FC}"/>
              </a:ext>
            </a:extLst>
          </p:cNvPr>
          <p:cNvSpPr txBox="1"/>
          <p:nvPr/>
        </p:nvSpPr>
        <p:spPr>
          <a:xfrm>
            <a:off x="6311418" y="170056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Weight</a:t>
            </a:r>
          </a:p>
        </p:txBody>
      </p:sp>
      <p:pic>
        <p:nvPicPr>
          <p:cNvPr id="7" name="Picture 6" descr="A graph with numbers and lines&#10;&#10;AI-generated content may be incorrect.">
            <a:extLst>
              <a:ext uri="{FF2B5EF4-FFF2-40B4-BE49-F238E27FC236}">
                <a16:creationId xmlns:a16="http://schemas.microsoft.com/office/drawing/2014/main" id="{CCCAA4EF-BD1D-B52A-E9A8-803C1F186889}"/>
              </a:ext>
            </a:extLst>
          </p:cNvPr>
          <p:cNvPicPr>
            <a:picLocks noChangeAspect="1"/>
          </p:cNvPicPr>
          <p:nvPr/>
        </p:nvPicPr>
        <p:blipFill>
          <a:blip r:embed="rId3"/>
          <a:stretch>
            <a:fillRect/>
          </a:stretch>
        </p:blipFill>
        <p:spPr>
          <a:xfrm>
            <a:off x="7403148" y="4045268"/>
            <a:ext cx="4792345" cy="2800985"/>
          </a:xfrm>
          <a:prstGeom prst="rect">
            <a:avLst/>
          </a:prstGeom>
        </p:spPr>
      </p:pic>
      <p:pic>
        <p:nvPicPr>
          <p:cNvPr id="9" name="Picture 8" descr="A graph of weight loss&#10;&#10;AI-generated content may be incorrect.">
            <a:extLst>
              <a:ext uri="{FF2B5EF4-FFF2-40B4-BE49-F238E27FC236}">
                <a16:creationId xmlns:a16="http://schemas.microsoft.com/office/drawing/2014/main" id="{C862E688-1A27-5763-1885-DECCD5A84481}"/>
              </a:ext>
            </a:extLst>
          </p:cNvPr>
          <p:cNvPicPr>
            <a:picLocks noChangeAspect="1"/>
          </p:cNvPicPr>
          <p:nvPr/>
        </p:nvPicPr>
        <p:blipFill>
          <a:blip r:embed="rId4"/>
          <a:stretch>
            <a:fillRect/>
          </a:stretch>
        </p:blipFill>
        <p:spPr>
          <a:xfrm>
            <a:off x="7408228" y="1256348"/>
            <a:ext cx="4782185" cy="2800350"/>
          </a:xfrm>
          <a:prstGeom prst="rect">
            <a:avLst/>
          </a:prstGeom>
        </p:spPr>
      </p:pic>
      <p:pic>
        <p:nvPicPr>
          <p:cNvPr id="10" name="Picture 9" descr="A graph with numbers and lines&#10;&#10;AI-generated content may be incorrect.">
            <a:extLst>
              <a:ext uri="{FF2B5EF4-FFF2-40B4-BE49-F238E27FC236}">
                <a16:creationId xmlns:a16="http://schemas.microsoft.com/office/drawing/2014/main" id="{09D05CEB-8EBA-DAF9-0FE5-CBB43E505ECE}"/>
              </a:ext>
            </a:extLst>
          </p:cNvPr>
          <p:cNvPicPr>
            <a:picLocks noChangeAspect="1"/>
          </p:cNvPicPr>
          <p:nvPr/>
        </p:nvPicPr>
        <p:blipFill>
          <a:blip r:embed="rId5"/>
          <a:stretch>
            <a:fillRect/>
          </a:stretch>
        </p:blipFill>
        <p:spPr>
          <a:xfrm>
            <a:off x="-953" y="4047808"/>
            <a:ext cx="4665980" cy="2783840"/>
          </a:xfrm>
          <a:prstGeom prst="rect">
            <a:avLst/>
          </a:prstGeom>
        </p:spPr>
      </p:pic>
      <p:sp>
        <p:nvSpPr>
          <p:cNvPr id="11" name="TextBox 10">
            <a:extLst>
              <a:ext uri="{FF2B5EF4-FFF2-40B4-BE49-F238E27FC236}">
                <a16:creationId xmlns:a16="http://schemas.microsoft.com/office/drawing/2014/main" id="{0A4DB268-94E1-321F-7F37-D2B02B0B3A10}"/>
              </a:ext>
            </a:extLst>
          </p:cNvPr>
          <p:cNvSpPr txBox="1"/>
          <p:nvPr/>
        </p:nvSpPr>
        <p:spPr>
          <a:xfrm>
            <a:off x="4785360" y="169164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Height</a:t>
            </a:r>
          </a:p>
          <a:p>
            <a:endParaRPr lang="en-US"/>
          </a:p>
        </p:txBody>
      </p:sp>
      <p:sp>
        <p:nvSpPr>
          <p:cNvPr id="12" name="TextBox 11">
            <a:extLst>
              <a:ext uri="{FF2B5EF4-FFF2-40B4-BE49-F238E27FC236}">
                <a16:creationId xmlns:a16="http://schemas.microsoft.com/office/drawing/2014/main" id="{8A102F68-4986-590E-FAA2-E13756DC2435}"/>
              </a:ext>
            </a:extLst>
          </p:cNvPr>
          <p:cNvSpPr txBox="1"/>
          <p:nvPr/>
        </p:nvSpPr>
        <p:spPr>
          <a:xfrm>
            <a:off x="5151120" y="202692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Good Data</a:t>
            </a:r>
          </a:p>
        </p:txBody>
      </p:sp>
      <p:sp>
        <p:nvSpPr>
          <p:cNvPr id="13" name="TextBox 12">
            <a:extLst>
              <a:ext uri="{FF2B5EF4-FFF2-40B4-BE49-F238E27FC236}">
                <a16:creationId xmlns:a16="http://schemas.microsoft.com/office/drawing/2014/main" id="{3BBBB0B8-F420-0747-BAF1-759BE9E8C525}"/>
              </a:ext>
            </a:extLst>
          </p:cNvPr>
          <p:cNvSpPr txBox="1"/>
          <p:nvPr/>
        </p:nvSpPr>
        <p:spPr>
          <a:xfrm>
            <a:off x="5262880" y="442468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Bad Data</a:t>
            </a:r>
          </a:p>
        </p:txBody>
      </p:sp>
    </p:spTree>
    <p:extLst>
      <p:ext uri="{BB962C8B-B14F-4D97-AF65-F5344CB8AC3E}">
        <p14:creationId xmlns:p14="http://schemas.microsoft.com/office/powerpoint/2010/main" val="2205884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08EAAF-A577-EC42-D41E-E9B6F8B770AB}"/>
              </a:ext>
            </a:extLst>
          </p:cNvPr>
          <p:cNvSpPr txBox="1"/>
          <p:nvPr/>
        </p:nvSpPr>
        <p:spPr>
          <a:xfrm>
            <a:off x="1255864" y="262393"/>
            <a:ext cx="9861826" cy="523220"/>
          </a:xfrm>
          <a:prstGeom prst="rect">
            <a:avLst/>
          </a:prstGeom>
          <a:noFill/>
        </p:spPr>
        <p:txBody>
          <a:bodyPr wrap="square" lIns="91440" tIns="45720" rIns="91440" bIns="45720" rtlCol="0" anchor="t">
            <a:spAutoFit/>
          </a:bodyPr>
          <a:lstStyle/>
          <a:p>
            <a:r>
              <a:rPr lang="en-US" sz="2800">
                <a:latin typeface="Arial"/>
                <a:cs typeface="Arial"/>
              </a:rPr>
              <a:t>Good Data: </a:t>
            </a:r>
            <a:r>
              <a:rPr lang="en-US" sz="2800" err="1">
                <a:latin typeface="Arial"/>
                <a:cs typeface="Arial"/>
              </a:rPr>
              <a:t>Knn</a:t>
            </a:r>
            <a:r>
              <a:rPr lang="en-US" sz="2800">
                <a:latin typeface="Arial"/>
                <a:cs typeface="Arial"/>
              </a:rPr>
              <a:t> Classifier has better predictions</a:t>
            </a:r>
          </a:p>
        </p:txBody>
      </p:sp>
      <p:pic>
        <p:nvPicPr>
          <p:cNvPr id="3" name="Picture 2" descr="A green squares with white text&#10;&#10;AI-generated content may be incorrect.">
            <a:extLst>
              <a:ext uri="{FF2B5EF4-FFF2-40B4-BE49-F238E27FC236}">
                <a16:creationId xmlns:a16="http://schemas.microsoft.com/office/drawing/2014/main" id="{455ED008-A311-ABDC-BF7A-F9109CD8B4EE}"/>
              </a:ext>
            </a:extLst>
          </p:cNvPr>
          <p:cNvPicPr>
            <a:picLocks noChangeAspect="1"/>
          </p:cNvPicPr>
          <p:nvPr/>
        </p:nvPicPr>
        <p:blipFill>
          <a:blip r:embed="rId2"/>
          <a:stretch>
            <a:fillRect/>
          </a:stretch>
        </p:blipFill>
        <p:spPr>
          <a:xfrm>
            <a:off x="6152547" y="1064355"/>
            <a:ext cx="5359723" cy="4219754"/>
          </a:xfrm>
          <a:prstGeom prst="rect">
            <a:avLst/>
          </a:prstGeom>
        </p:spPr>
      </p:pic>
      <p:sp>
        <p:nvSpPr>
          <p:cNvPr id="4" name="Rectangle 3">
            <a:extLst>
              <a:ext uri="{FF2B5EF4-FFF2-40B4-BE49-F238E27FC236}">
                <a16:creationId xmlns:a16="http://schemas.microsoft.com/office/drawing/2014/main" id="{07B61423-83D8-27DA-0DE5-795EBB7B412E}"/>
              </a:ext>
            </a:extLst>
          </p:cNvPr>
          <p:cNvSpPr/>
          <p:nvPr/>
        </p:nvSpPr>
        <p:spPr>
          <a:xfrm>
            <a:off x="7326061" y="1261313"/>
            <a:ext cx="3017520" cy="228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 name="TextBox 4">
            <a:extLst>
              <a:ext uri="{FF2B5EF4-FFF2-40B4-BE49-F238E27FC236}">
                <a16:creationId xmlns:a16="http://schemas.microsoft.com/office/drawing/2014/main" id="{B95F2D5F-6E69-8479-8E04-9BA58E448B81}"/>
              </a:ext>
            </a:extLst>
          </p:cNvPr>
          <p:cNvSpPr txBox="1"/>
          <p:nvPr/>
        </p:nvSpPr>
        <p:spPr>
          <a:xfrm>
            <a:off x="7206403" y="1120777"/>
            <a:ext cx="38912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KNN Regressor Success Rate</a:t>
            </a:r>
          </a:p>
        </p:txBody>
      </p:sp>
      <p:pic>
        <p:nvPicPr>
          <p:cNvPr id="6" name="Picture 5" descr="A blue squares with white text&#10;&#10;AI-generated content may be incorrect.">
            <a:extLst>
              <a:ext uri="{FF2B5EF4-FFF2-40B4-BE49-F238E27FC236}">
                <a16:creationId xmlns:a16="http://schemas.microsoft.com/office/drawing/2014/main" id="{40EE1AD2-4FBB-8FF6-3DF5-F5BD56D0EC37}"/>
              </a:ext>
            </a:extLst>
          </p:cNvPr>
          <p:cNvPicPr>
            <a:picLocks noChangeAspect="1"/>
          </p:cNvPicPr>
          <p:nvPr/>
        </p:nvPicPr>
        <p:blipFill>
          <a:blip r:embed="rId3"/>
          <a:stretch>
            <a:fillRect/>
          </a:stretch>
        </p:blipFill>
        <p:spPr>
          <a:xfrm>
            <a:off x="745618" y="1062144"/>
            <a:ext cx="5354064" cy="4203700"/>
          </a:xfrm>
          <a:prstGeom prst="rect">
            <a:avLst/>
          </a:prstGeom>
        </p:spPr>
      </p:pic>
      <p:sp>
        <p:nvSpPr>
          <p:cNvPr id="7" name="Rectangle 6">
            <a:extLst>
              <a:ext uri="{FF2B5EF4-FFF2-40B4-BE49-F238E27FC236}">
                <a16:creationId xmlns:a16="http://schemas.microsoft.com/office/drawing/2014/main" id="{DC75750A-E3F1-D8EB-031E-7D0CC1F96767}"/>
              </a:ext>
            </a:extLst>
          </p:cNvPr>
          <p:cNvSpPr/>
          <p:nvPr/>
        </p:nvSpPr>
        <p:spPr>
          <a:xfrm>
            <a:off x="1865630" y="1125255"/>
            <a:ext cx="3444240" cy="4267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8" name="TextBox 7">
            <a:extLst>
              <a:ext uri="{FF2B5EF4-FFF2-40B4-BE49-F238E27FC236}">
                <a16:creationId xmlns:a16="http://schemas.microsoft.com/office/drawing/2014/main" id="{F30D0C0D-94E7-1197-0084-416422FCB1A5}"/>
              </a:ext>
            </a:extLst>
          </p:cNvPr>
          <p:cNvSpPr txBox="1"/>
          <p:nvPr/>
        </p:nvSpPr>
        <p:spPr>
          <a:xfrm>
            <a:off x="1864679" y="1190569"/>
            <a:ext cx="36068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Linear Classifier Success</a:t>
            </a:r>
          </a:p>
        </p:txBody>
      </p:sp>
      <p:sp>
        <p:nvSpPr>
          <p:cNvPr id="10" name="TextBox 9">
            <a:extLst>
              <a:ext uri="{FF2B5EF4-FFF2-40B4-BE49-F238E27FC236}">
                <a16:creationId xmlns:a16="http://schemas.microsoft.com/office/drawing/2014/main" id="{122EFE42-5CDB-273D-0548-05CD2EC27798}"/>
              </a:ext>
            </a:extLst>
          </p:cNvPr>
          <p:cNvSpPr txBox="1"/>
          <p:nvPr/>
        </p:nvSpPr>
        <p:spPr>
          <a:xfrm>
            <a:off x="760730" y="5501640"/>
            <a:ext cx="10744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cs typeface="Arial"/>
              </a:rPr>
              <a:t>Terms:</a:t>
            </a:r>
          </a:p>
          <a:p>
            <a:r>
              <a:rPr lang="en-US">
                <a:latin typeface="Arial"/>
                <a:cs typeface="Arial"/>
              </a:rPr>
              <a:t>  Photo-finish silver| Equipment issue | Final appearance</a:t>
            </a:r>
          </a:p>
          <a:p>
            <a:pPr marL="285750" indent="-285750">
              <a:buFont typeface="Arial"/>
              <a:buChar char="•"/>
            </a:pPr>
            <a:endParaRPr lang="en-US">
              <a:latin typeface="Arial"/>
              <a:cs typeface="Arial"/>
            </a:endParaRPr>
          </a:p>
        </p:txBody>
      </p:sp>
    </p:spTree>
    <p:extLst>
      <p:ext uri="{BB962C8B-B14F-4D97-AF65-F5344CB8AC3E}">
        <p14:creationId xmlns:p14="http://schemas.microsoft.com/office/powerpoint/2010/main" val="3542396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0C430F-56B2-7312-F01C-B022BD07393C}"/>
              </a:ext>
            </a:extLst>
          </p:cNvPr>
          <p:cNvSpPr txBox="1"/>
          <p:nvPr/>
        </p:nvSpPr>
        <p:spPr>
          <a:xfrm>
            <a:off x="914400" y="320040"/>
            <a:ext cx="96621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FFFFFF"/>
                </a:solidFill>
                <a:latin typeface="Arial"/>
                <a:cs typeface="Arial"/>
              </a:rPr>
              <a:t>Bad</a:t>
            </a:r>
            <a:r>
              <a:rPr lang="en-US" sz="2800" baseline="0">
                <a:solidFill>
                  <a:srgbClr val="FFFFFF"/>
                </a:solidFill>
                <a:latin typeface="Arial"/>
                <a:cs typeface="Arial"/>
              </a:rPr>
              <a:t> Data: </a:t>
            </a:r>
            <a:r>
              <a:rPr lang="en-US" sz="2800" baseline="0" err="1">
                <a:solidFill>
                  <a:srgbClr val="FFFFFF"/>
                </a:solidFill>
                <a:latin typeface="Arial"/>
                <a:cs typeface="Arial"/>
              </a:rPr>
              <a:t>Knn</a:t>
            </a:r>
            <a:r>
              <a:rPr lang="en-US" sz="2800">
                <a:solidFill>
                  <a:srgbClr val="FFFFFF"/>
                </a:solidFill>
                <a:latin typeface="Arial"/>
                <a:cs typeface="Arial"/>
              </a:rPr>
              <a:t> Classifier </a:t>
            </a:r>
            <a:r>
              <a:rPr lang="en-US" sz="2800" baseline="0">
                <a:solidFill>
                  <a:srgbClr val="FFFFFF"/>
                </a:solidFill>
                <a:latin typeface="Arial"/>
                <a:cs typeface="Arial"/>
              </a:rPr>
              <a:t>has better Predictions</a:t>
            </a:r>
            <a:r>
              <a:rPr lang="en-US" sz="2800">
                <a:latin typeface="Arial"/>
                <a:ea typeface="Century Gothic"/>
                <a:cs typeface="Arial"/>
              </a:rPr>
              <a:t>​</a:t>
            </a:r>
            <a:endParaRPr lang="en-US" sz="2800">
              <a:latin typeface="Arial"/>
              <a:cs typeface="Arial"/>
            </a:endParaRPr>
          </a:p>
          <a:p>
            <a:pPr algn="ctr"/>
            <a:endParaRPr lang="en-US" sz="3200">
              <a:latin typeface="Arial"/>
              <a:cs typeface="Arial"/>
            </a:endParaRPr>
          </a:p>
        </p:txBody>
      </p:sp>
      <p:pic>
        <p:nvPicPr>
          <p:cNvPr id="5" name="Picture 4" descr="A diagram of a number of blue squares&#10;&#10;AI-generated content may be incorrect.">
            <a:extLst>
              <a:ext uri="{FF2B5EF4-FFF2-40B4-BE49-F238E27FC236}">
                <a16:creationId xmlns:a16="http://schemas.microsoft.com/office/drawing/2014/main" id="{07EF14BC-4FB8-8305-16C3-31D6FADB8263}"/>
              </a:ext>
            </a:extLst>
          </p:cNvPr>
          <p:cNvPicPr>
            <a:picLocks noChangeAspect="1"/>
          </p:cNvPicPr>
          <p:nvPr/>
        </p:nvPicPr>
        <p:blipFill>
          <a:blip r:embed="rId2"/>
          <a:stretch>
            <a:fillRect/>
          </a:stretch>
        </p:blipFill>
        <p:spPr>
          <a:xfrm>
            <a:off x="376506" y="1883555"/>
            <a:ext cx="5633150" cy="4304063"/>
          </a:xfrm>
          <a:prstGeom prst="rect">
            <a:avLst/>
          </a:prstGeom>
        </p:spPr>
      </p:pic>
      <p:pic>
        <p:nvPicPr>
          <p:cNvPr id="6" name="Picture 5" descr="A green squares with white text&#10;&#10;AI-generated content may be incorrect.">
            <a:extLst>
              <a:ext uri="{FF2B5EF4-FFF2-40B4-BE49-F238E27FC236}">
                <a16:creationId xmlns:a16="http://schemas.microsoft.com/office/drawing/2014/main" id="{859DD66A-C6D6-E52D-533C-1227A36A9BDE}"/>
              </a:ext>
            </a:extLst>
          </p:cNvPr>
          <p:cNvPicPr>
            <a:picLocks noChangeAspect="1"/>
          </p:cNvPicPr>
          <p:nvPr/>
        </p:nvPicPr>
        <p:blipFill>
          <a:blip r:embed="rId3"/>
          <a:stretch>
            <a:fillRect/>
          </a:stretch>
        </p:blipFill>
        <p:spPr>
          <a:xfrm>
            <a:off x="6036588" y="1876425"/>
            <a:ext cx="5827364" cy="4293354"/>
          </a:xfrm>
          <a:prstGeom prst="rect">
            <a:avLst/>
          </a:prstGeom>
        </p:spPr>
      </p:pic>
      <p:sp>
        <p:nvSpPr>
          <p:cNvPr id="7" name="Rectangle 6">
            <a:extLst>
              <a:ext uri="{FF2B5EF4-FFF2-40B4-BE49-F238E27FC236}">
                <a16:creationId xmlns:a16="http://schemas.microsoft.com/office/drawing/2014/main" id="{A1ED316A-2EFE-2DA7-207A-0485C115AD35}"/>
              </a:ext>
            </a:extLst>
          </p:cNvPr>
          <p:cNvSpPr/>
          <p:nvPr/>
        </p:nvSpPr>
        <p:spPr>
          <a:xfrm>
            <a:off x="1712155" y="1908654"/>
            <a:ext cx="3194832" cy="44534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324BC8-E8D8-F30D-81E4-7244DE53F9A6}"/>
              </a:ext>
            </a:extLst>
          </p:cNvPr>
          <p:cNvSpPr/>
          <p:nvPr/>
        </p:nvSpPr>
        <p:spPr>
          <a:xfrm>
            <a:off x="7415883" y="1897536"/>
            <a:ext cx="3156106" cy="34852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1FB342-5850-1522-1324-BA0F04F61CB3}"/>
              </a:ext>
            </a:extLst>
          </p:cNvPr>
          <p:cNvSpPr txBox="1"/>
          <p:nvPr/>
        </p:nvSpPr>
        <p:spPr>
          <a:xfrm>
            <a:off x="1587734" y="1905781"/>
            <a:ext cx="33121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Linear Classifier Is Worse</a:t>
            </a:r>
          </a:p>
        </p:txBody>
      </p:sp>
      <p:sp>
        <p:nvSpPr>
          <p:cNvPr id="14" name="TextBox 13">
            <a:extLst>
              <a:ext uri="{FF2B5EF4-FFF2-40B4-BE49-F238E27FC236}">
                <a16:creationId xmlns:a16="http://schemas.microsoft.com/office/drawing/2014/main" id="{ACC51D21-2D34-832F-582E-551578457215}"/>
              </a:ext>
            </a:extLst>
          </p:cNvPr>
          <p:cNvSpPr txBox="1"/>
          <p:nvPr/>
        </p:nvSpPr>
        <p:spPr>
          <a:xfrm>
            <a:off x="7267363" y="1913257"/>
            <a:ext cx="38912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KNN Regressor Is Unchanged</a:t>
            </a:r>
          </a:p>
        </p:txBody>
      </p:sp>
    </p:spTree>
    <p:extLst>
      <p:ext uri="{BB962C8B-B14F-4D97-AF65-F5344CB8AC3E}">
        <p14:creationId xmlns:p14="http://schemas.microsoft.com/office/powerpoint/2010/main" val="248605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B13AE6-6445-05CA-312E-2376A93A06DE}"/>
              </a:ext>
            </a:extLst>
          </p:cNvPr>
          <p:cNvSpPr txBox="1"/>
          <p:nvPr/>
        </p:nvSpPr>
        <p:spPr>
          <a:xfrm>
            <a:off x="1455089" y="508883"/>
            <a:ext cx="8889558" cy="923330"/>
          </a:xfrm>
          <a:prstGeom prst="rect">
            <a:avLst/>
          </a:prstGeom>
          <a:noFill/>
        </p:spPr>
        <p:txBody>
          <a:bodyPr wrap="square" lIns="91440" tIns="45720" rIns="91440" bIns="45720" rtlCol="0" anchor="t">
            <a:spAutoFit/>
          </a:bodyPr>
          <a:lstStyle/>
          <a:p>
            <a:pPr algn="ctr"/>
            <a:r>
              <a:rPr lang="en-US" sz="5400">
                <a:latin typeface="Arial"/>
                <a:cs typeface="Arial"/>
              </a:rPr>
              <a:t>Dataset: Heart Disease</a:t>
            </a:r>
          </a:p>
        </p:txBody>
      </p:sp>
      <p:sp>
        <p:nvSpPr>
          <p:cNvPr id="5" name="TextBox 4">
            <a:extLst>
              <a:ext uri="{FF2B5EF4-FFF2-40B4-BE49-F238E27FC236}">
                <a16:creationId xmlns:a16="http://schemas.microsoft.com/office/drawing/2014/main" id="{856EF08C-A5CF-5E5E-936D-B47B450A6718}"/>
              </a:ext>
            </a:extLst>
          </p:cNvPr>
          <p:cNvSpPr txBox="1"/>
          <p:nvPr/>
        </p:nvSpPr>
        <p:spPr>
          <a:xfrm>
            <a:off x="413468" y="1558456"/>
            <a:ext cx="11020508" cy="40934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a:latin typeface="Arial"/>
                <a:cs typeface="Arial"/>
              </a:rPr>
              <a:t>The dataset had multiple variables that are associated with heart disease.</a:t>
            </a:r>
          </a:p>
          <a:p>
            <a:pPr marL="285750" indent="-285750">
              <a:buFont typeface="Arial" panose="020B0604020202020204" pitchFamily="34" charset="0"/>
              <a:buChar char="•"/>
            </a:pPr>
            <a:r>
              <a:rPr lang="en-US" sz="2800">
                <a:latin typeface="Arial"/>
                <a:cs typeface="Arial"/>
              </a:rPr>
              <a:t>Tried to predict whether someone is going to have heart disease or not.  </a:t>
            </a:r>
          </a:p>
          <a:p>
            <a:pPr marL="285750" indent="-285750">
              <a:buFont typeface="Arial" panose="020B0604020202020204" pitchFamily="34" charset="0"/>
              <a:buChar char="•"/>
            </a:pPr>
            <a:r>
              <a:rPr lang="en-US" sz="2800">
                <a:latin typeface="Arial"/>
                <a:cs typeface="Arial"/>
              </a:rPr>
              <a:t>Analyzed data with the Logistic Regression model, along with Machine Learning Models like random forest and </a:t>
            </a:r>
            <a:r>
              <a:rPr lang="en-US" sz="2800" err="1">
                <a:latin typeface="Arial"/>
                <a:cs typeface="Arial"/>
              </a:rPr>
              <a:t>XGboost</a:t>
            </a:r>
            <a:r>
              <a:rPr lang="en-US" sz="2800">
                <a:latin typeface="Arial"/>
                <a:cs typeface="Arial"/>
              </a:rPr>
              <a:t>.</a:t>
            </a:r>
          </a:p>
          <a:p>
            <a:pPr marL="285750" indent="-285750">
              <a:buFont typeface="Arial" panose="020B0604020202020204" pitchFamily="34" charset="0"/>
              <a:buChar char="•"/>
            </a:pPr>
            <a:r>
              <a:rPr lang="en-US" sz="2800">
                <a:latin typeface="Arial"/>
                <a:cs typeface="Arial"/>
              </a:rPr>
              <a:t>Made an applet which will use AI and take data from the user to predict the percentage of them having any Heart Diseases. </a:t>
            </a:r>
          </a:p>
          <a:p>
            <a:pPr marL="285750" indent="-285750">
              <a:buFont typeface="Arial" panose="020B0604020202020204" pitchFamily="34" charset="0"/>
              <a:buChar char="•"/>
            </a:pPr>
            <a:endParaRPr lang="en-US" sz="3600"/>
          </a:p>
        </p:txBody>
      </p:sp>
    </p:spTree>
    <p:extLst>
      <p:ext uri="{BB962C8B-B14F-4D97-AF65-F5344CB8AC3E}">
        <p14:creationId xmlns:p14="http://schemas.microsoft.com/office/powerpoint/2010/main" val="255724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DF34B-F74B-D54A-1322-D207AB553A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507855-AED7-298A-9634-C2ED25EAF518}"/>
              </a:ext>
            </a:extLst>
          </p:cNvPr>
          <p:cNvSpPr txBox="1"/>
          <p:nvPr/>
        </p:nvSpPr>
        <p:spPr>
          <a:xfrm>
            <a:off x="1950720" y="173753"/>
            <a:ext cx="829056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Arial"/>
                <a:cs typeface="Arial"/>
              </a:rPr>
              <a:t>ROC curve comparison</a:t>
            </a:r>
          </a:p>
        </p:txBody>
      </p:sp>
      <p:pic>
        <p:nvPicPr>
          <p:cNvPr id="4" name="Picture 3">
            <a:extLst>
              <a:ext uri="{FF2B5EF4-FFF2-40B4-BE49-F238E27FC236}">
                <a16:creationId xmlns:a16="http://schemas.microsoft.com/office/drawing/2014/main" id="{B2D127C8-1047-DC51-7825-A222429E1846}"/>
              </a:ext>
            </a:extLst>
          </p:cNvPr>
          <p:cNvPicPr>
            <a:picLocks noChangeAspect="1"/>
          </p:cNvPicPr>
          <p:nvPr/>
        </p:nvPicPr>
        <p:blipFill>
          <a:blip r:embed="rId2"/>
          <a:stretch>
            <a:fillRect/>
          </a:stretch>
        </p:blipFill>
        <p:spPr>
          <a:xfrm>
            <a:off x="69547" y="1008560"/>
            <a:ext cx="6333739" cy="4995496"/>
          </a:xfrm>
          <a:prstGeom prst="rect">
            <a:avLst/>
          </a:prstGeom>
        </p:spPr>
      </p:pic>
      <p:pic>
        <p:nvPicPr>
          <p:cNvPr id="6" name="Picture 5">
            <a:extLst>
              <a:ext uri="{FF2B5EF4-FFF2-40B4-BE49-F238E27FC236}">
                <a16:creationId xmlns:a16="http://schemas.microsoft.com/office/drawing/2014/main" id="{D95D4B59-221A-8045-36E2-A33CA2B55E65}"/>
              </a:ext>
            </a:extLst>
          </p:cNvPr>
          <p:cNvPicPr>
            <a:picLocks noChangeAspect="1"/>
          </p:cNvPicPr>
          <p:nvPr/>
        </p:nvPicPr>
        <p:blipFill>
          <a:blip r:embed="rId3"/>
          <a:stretch>
            <a:fillRect/>
          </a:stretch>
        </p:blipFill>
        <p:spPr>
          <a:xfrm>
            <a:off x="6520070" y="1008560"/>
            <a:ext cx="5602383" cy="4995496"/>
          </a:xfrm>
          <a:prstGeom prst="rect">
            <a:avLst/>
          </a:prstGeom>
        </p:spPr>
      </p:pic>
      <p:sp>
        <p:nvSpPr>
          <p:cNvPr id="7" name="TextBox 6">
            <a:extLst>
              <a:ext uri="{FF2B5EF4-FFF2-40B4-BE49-F238E27FC236}">
                <a16:creationId xmlns:a16="http://schemas.microsoft.com/office/drawing/2014/main" id="{636CC0DC-95D8-6257-2896-8987AFCB7A0B}"/>
              </a:ext>
            </a:extLst>
          </p:cNvPr>
          <p:cNvSpPr txBox="1"/>
          <p:nvPr/>
        </p:nvSpPr>
        <p:spPr>
          <a:xfrm>
            <a:off x="612250" y="6249725"/>
            <a:ext cx="11092070" cy="369332"/>
          </a:xfrm>
          <a:prstGeom prst="rect">
            <a:avLst/>
          </a:prstGeom>
          <a:noFill/>
        </p:spPr>
        <p:txBody>
          <a:bodyPr wrap="square" lIns="91440" tIns="45720" rIns="91440" bIns="45720" rtlCol="0" anchor="t">
            <a:spAutoFit/>
          </a:bodyPr>
          <a:lstStyle/>
          <a:p>
            <a:r>
              <a:rPr lang="en-US">
                <a:latin typeface="Arial"/>
                <a:cs typeface="Arial"/>
              </a:rPr>
              <a:t>Accuracy for both machine learning models are better than the logistic regression models</a:t>
            </a:r>
          </a:p>
        </p:txBody>
      </p:sp>
    </p:spTree>
    <p:extLst>
      <p:ext uri="{BB962C8B-B14F-4D97-AF65-F5344CB8AC3E}">
        <p14:creationId xmlns:p14="http://schemas.microsoft.com/office/powerpoint/2010/main" val="425615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0174-8227-54B0-4BB1-E8B31F3495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5922F2-ACFA-BCF1-5823-1817A87A997E}"/>
              </a:ext>
            </a:extLst>
          </p:cNvPr>
          <p:cNvSpPr txBox="1"/>
          <p:nvPr/>
        </p:nvSpPr>
        <p:spPr>
          <a:xfrm>
            <a:off x="1777464" y="242736"/>
            <a:ext cx="829056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solidFill>
                  <a:srgbClr val="FFFFFF"/>
                </a:solidFill>
                <a:latin typeface="Arial"/>
                <a:cs typeface="Arial"/>
              </a:rPr>
              <a:t>Confusion Matrix</a:t>
            </a:r>
            <a:endParaRPr lang="en-US" sz="2800">
              <a:latin typeface="Arial" panose="020B0604020202020204" pitchFamily="34" charset="0"/>
              <a:cs typeface="Arial" panose="020B0604020202020204" pitchFamily="34" charset="0"/>
            </a:endParaRPr>
          </a:p>
          <a:p>
            <a:pPr algn="ctr"/>
            <a:endParaRPr lang="en-US"/>
          </a:p>
        </p:txBody>
      </p:sp>
      <p:pic>
        <p:nvPicPr>
          <p:cNvPr id="4" name="Picture 3">
            <a:extLst>
              <a:ext uri="{FF2B5EF4-FFF2-40B4-BE49-F238E27FC236}">
                <a16:creationId xmlns:a16="http://schemas.microsoft.com/office/drawing/2014/main" id="{1B99EF25-685E-8AA2-586E-2B1C9D5F5803}"/>
              </a:ext>
            </a:extLst>
          </p:cNvPr>
          <p:cNvPicPr>
            <a:picLocks noChangeAspect="1"/>
          </p:cNvPicPr>
          <p:nvPr/>
        </p:nvPicPr>
        <p:blipFill>
          <a:blip r:embed="rId2"/>
          <a:stretch>
            <a:fillRect/>
          </a:stretch>
        </p:blipFill>
        <p:spPr>
          <a:xfrm>
            <a:off x="326806" y="923794"/>
            <a:ext cx="11191875" cy="4667250"/>
          </a:xfrm>
          <a:prstGeom prst="rect">
            <a:avLst/>
          </a:prstGeom>
        </p:spPr>
      </p:pic>
      <p:sp>
        <p:nvSpPr>
          <p:cNvPr id="5" name="TextBox 4">
            <a:extLst>
              <a:ext uri="{FF2B5EF4-FFF2-40B4-BE49-F238E27FC236}">
                <a16:creationId xmlns:a16="http://schemas.microsoft.com/office/drawing/2014/main" id="{3BD2FD1A-4DC7-C4CD-4AD5-91D1D2CE691B}"/>
              </a:ext>
            </a:extLst>
          </p:cNvPr>
          <p:cNvSpPr txBox="1"/>
          <p:nvPr/>
        </p:nvSpPr>
        <p:spPr>
          <a:xfrm>
            <a:off x="500063" y="5810437"/>
            <a:ext cx="11191874" cy="369332"/>
          </a:xfrm>
          <a:prstGeom prst="rect">
            <a:avLst/>
          </a:prstGeom>
          <a:noFill/>
        </p:spPr>
        <p:txBody>
          <a:bodyPr wrap="square" lIns="91440" tIns="45720" rIns="91440" bIns="45720" rtlCol="0" anchor="t">
            <a:spAutoFit/>
          </a:bodyPr>
          <a:lstStyle/>
          <a:p>
            <a:r>
              <a:rPr lang="en-US">
                <a:latin typeface="Arial"/>
                <a:cs typeface="Arial"/>
              </a:rPr>
              <a:t>We have more actual positives negatives than false positives and negatives.   </a:t>
            </a:r>
          </a:p>
        </p:txBody>
      </p:sp>
    </p:spTree>
    <p:extLst>
      <p:ext uri="{BB962C8B-B14F-4D97-AF65-F5344CB8AC3E}">
        <p14:creationId xmlns:p14="http://schemas.microsoft.com/office/powerpoint/2010/main" val="373875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74DA7-86FA-9FB8-3665-7841D4F7F9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16AF6D-396B-01FA-E3F5-3FC66F1A09D9}"/>
              </a:ext>
            </a:extLst>
          </p:cNvPr>
          <p:cNvSpPr txBox="1"/>
          <p:nvPr/>
        </p:nvSpPr>
        <p:spPr>
          <a:xfrm>
            <a:off x="1950720" y="330200"/>
            <a:ext cx="829056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solidFill>
                  <a:srgbClr val="FFFFFF"/>
                </a:solidFill>
                <a:latin typeface="Arial" panose="020B0604020202020204" pitchFamily="34" charset="0"/>
                <a:cs typeface="Arial" panose="020B0604020202020204" pitchFamily="34" charset="0"/>
              </a:rPr>
              <a:t>Most important features </a:t>
            </a:r>
            <a:endParaRPr lang="en-US" sz="3200">
              <a:latin typeface="Arial" panose="020B0604020202020204" pitchFamily="34" charset="0"/>
              <a:cs typeface="Arial" panose="020B0604020202020204" pitchFamily="34" charset="0"/>
            </a:endParaRPr>
          </a:p>
          <a:p>
            <a:pPr algn="ctr"/>
            <a:endParaRPr lang="en-US"/>
          </a:p>
        </p:txBody>
      </p:sp>
      <p:pic>
        <p:nvPicPr>
          <p:cNvPr id="10" name="Picture 9">
            <a:extLst>
              <a:ext uri="{FF2B5EF4-FFF2-40B4-BE49-F238E27FC236}">
                <a16:creationId xmlns:a16="http://schemas.microsoft.com/office/drawing/2014/main" id="{E30BCDFB-8374-4D0A-6FB7-D4CF24FCB854}"/>
              </a:ext>
            </a:extLst>
          </p:cNvPr>
          <p:cNvPicPr>
            <a:picLocks noChangeAspect="1"/>
          </p:cNvPicPr>
          <p:nvPr/>
        </p:nvPicPr>
        <p:blipFill>
          <a:blip r:embed="rId2"/>
          <a:stretch>
            <a:fillRect/>
          </a:stretch>
        </p:blipFill>
        <p:spPr>
          <a:xfrm>
            <a:off x="148691" y="1191974"/>
            <a:ext cx="6897002" cy="5150926"/>
          </a:xfrm>
          <a:prstGeom prst="rect">
            <a:avLst/>
          </a:prstGeom>
        </p:spPr>
      </p:pic>
      <p:sp>
        <p:nvSpPr>
          <p:cNvPr id="11" name="TextBox 10">
            <a:extLst>
              <a:ext uri="{FF2B5EF4-FFF2-40B4-BE49-F238E27FC236}">
                <a16:creationId xmlns:a16="http://schemas.microsoft.com/office/drawing/2014/main" id="{F72C558E-5FC3-BD5C-A25E-84E3F0E91338}"/>
              </a:ext>
            </a:extLst>
          </p:cNvPr>
          <p:cNvSpPr txBox="1"/>
          <p:nvPr/>
        </p:nvSpPr>
        <p:spPr>
          <a:xfrm>
            <a:off x="7403501" y="1442953"/>
            <a:ext cx="4078182" cy="3970318"/>
          </a:xfrm>
          <a:prstGeom prst="rect">
            <a:avLst/>
          </a:prstGeom>
          <a:noFill/>
        </p:spPr>
        <p:txBody>
          <a:bodyPr wrap="square" rtlCol="0">
            <a:spAutoFit/>
          </a:bodyPr>
          <a:lstStyle/>
          <a:p>
            <a:r>
              <a:rPr lang="en-US" sz="3600">
                <a:latin typeface="Arial" panose="020B0604020202020204" pitchFamily="34" charset="0"/>
                <a:cs typeface="Arial" panose="020B0604020202020204" pitchFamily="34" charset="0"/>
              </a:rPr>
              <a:t>Anova Model: </a:t>
            </a:r>
            <a:br>
              <a:rPr lang="en-US" sz="3600">
                <a:latin typeface="Arial" panose="020B0604020202020204" pitchFamily="34" charset="0"/>
                <a:cs typeface="Arial" panose="020B0604020202020204" pitchFamily="34" charset="0"/>
              </a:rPr>
            </a:br>
            <a:r>
              <a:rPr lang="en-US" sz="3600">
                <a:latin typeface="Arial" panose="020B0604020202020204" pitchFamily="34" charset="0"/>
                <a:cs typeface="Arial" panose="020B0604020202020204" pitchFamily="34" charset="0"/>
              </a:rPr>
              <a:t>logit(p) = -0.3161 + (1.2171 * Thallium) + (1.0663 * Chest pain type) + (0.7445 * Exercise angina) </a:t>
            </a:r>
          </a:p>
        </p:txBody>
      </p:sp>
    </p:spTree>
    <p:extLst>
      <p:ext uri="{BB962C8B-B14F-4D97-AF65-F5344CB8AC3E}">
        <p14:creationId xmlns:p14="http://schemas.microsoft.com/office/powerpoint/2010/main" val="1561312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9D11-1357-59B2-8AFC-6C6AD6745D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77DF34-B729-6151-6209-6FC8E030416D}"/>
              </a:ext>
            </a:extLst>
          </p:cNvPr>
          <p:cNvSpPr txBox="1"/>
          <p:nvPr/>
        </p:nvSpPr>
        <p:spPr>
          <a:xfrm>
            <a:off x="2711394" y="190830"/>
            <a:ext cx="6058895" cy="584775"/>
          </a:xfrm>
          <a:prstGeom prst="rect">
            <a:avLst/>
          </a:prstGeom>
          <a:noFill/>
        </p:spPr>
        <p:txBody>
          <a:bodyPr wrap="square" lIns="91440" tIns="45720" rIns="91440" bIns="45720" rtlCol="0" anchor="t">
            <a:spAutoFit/>
          </a:bodyPr>
          <a:lstStyle/>
          <a:p>
            <a:pPr algn="ctr"/>
            <a:r>
              <a:rPr lang="en-US" sz="3200">
                <a:latin typeface="Arial"/>
                <a:cs typeface="Arial"/>
              </a:rPr>
              <a:t>App for the Predicting</a:t>
            </a:r>
          </a:p>
        </p:txBody>
      </p:sp>
      <p:pic>
        <p:nvPicPr>
          <p:cNvPr id="4" name="Picture 3">
            <a:extLst>
              <a:ext uri="{FF2B5EF4-FFF2-40B4-BE49-F238E27FC236}">
                <a16:creationId xmlns:a16="http://schemas.microsoft.com/office/drawing/2014/main" id="{6DA6647C-C68B-5001-A8A1-7C36A5B84196}"/>
              </a:ext>
            </a:extLst>
          </p:cNvPr>
          <p:cNvPicPr>
            <a:picLocks noChangeAspect="1"/>
          </p:cNvPicPr>
          <p:nvPr/>
        </p:nvPicPr>
        <p:blipFill>
          <a:blip r:embed="rId2"/>
          <a:stretch>
            <a:fillRect/>
          </a:stretch>
        </p:blipFill>
        <p:spPr>
          <a:xfrm>
            <a:off x="1491459" y="992924"/>
            <a:ext cx="8797530" cy="5308485"/>
          </a:xfrm>
          <a:prstGeom prst="rect">
            <a:avLst/>
          </a:prstGeom>
        </p:spPr>
      </p:pic>
    </p:spTree>
    <p:extLst>
      <p:ext uri="{BB962C8B-B14F-4D97-AF65-F5344CB8AC3E}">
        <p14:creationId xmlns:p14="http://schemas.microsoft.com/office/powerpoint/2010/main" val="161547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A7ED0-E642-EB81-DF2E-A9ECE6B35C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3F5F9F-65DC-CA06-58F9-CADC08124898}"/>
              </a:ext>
            </a:extLst>
          </p:cNvPr>
          <p:cNvSpPr txBox="1"/>
          <p:nvPr/>
        </p:nvSpPr>
        <p:spPr>
          <a:xfrm>
            <a:off x="651899" y="2403585"/>
            <a:ext cx="10866639" cy="1323439"/>
          </a:xfrm>
          <a:prstGeom prst="rect">
            <a:avLst/>
          </a:prstGeom>
          <a:noFill/>
        </p:spPr>
        <p:txBody>
          <a:bodyPr wrap="square" lIns="91440" tIns="45720" rIns="91440" bIns="45720" rtlCol="0" anchor="t">
            <a:spAutoFit/>
          </a:bodyPr>
          <a:lstStyle/>
          <a:p>
            <a:pPr algn="ctr"/>
            <a:r>
              <a:rPr lang="en-US" sz="8000">
                <a:latin typeface="Arial"/>
                <a:cs typeface="Arial"/>
              </a:rPr>
              <a:t>Questions</a:t>
            </a:r>
          </a:p>
        </p:txBody>
      </p:sp>
      <p:sp>
        <p:nvSpPr>
          <p:cNvPr id="3" name="TextBox 2">
            <a:extLst>
              <a:ext uri="{FF2B5EF4-FFF2-40B4-BE49-F238E27FC236}">
                <a16:creationId xmlns:a16="http://schemas.microsoft.com/office/drawing/2014/main" id="{87CAFC03-C6C7-98AA-21A0-CA224D98C899}"/>
              </a:ext>
            </a:extLst>
          </p:cNvPr>
          <p:cNvSpPr txBox="1"/>
          <p:nvPr/>
        </p:nvSpPr>
        <p:spPr>
          <a:xfrm>
            <a:off x="353785" y="689428"/>
            <a:ext cx="472621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Arial"/>
                <a:cs typeface="Arial"/>
              </a:rPr>
              <a:t>Thank you for listening</a:t>
            </a:r>
          </a:p>
        </p:txBody>
      </p:sp>
      <p:sp>
        <p:nvSpPr>
          <p:cNvPr id="4" name="TextBox 3">
            <a:extLst>
              <a:ext uri="{FF2B5EF4-FFF2-40B4-BE49-F238E27FC236}">
                <a16:creationId xmlns:a16="http://schemas.microsoft.com/office/drawing/2014/main" id="{2B35870D-C1FD-2537-5F23-9A7B45D1130F}"/>
              </a:ext>
            </a:extLst>
          </p:cNvPr>
          <p:cNvSpPr txBox="1"/>
          <p:nvPr/>
        </p:nvSpPr>
        <p:spPr>
          <a:xfrm>
            <a:off x="707665" y="5140115"/>
            <a:ext cx="9613127" cy="646331"/>
          </a:xfrm>
          <a:prstGeom prst="rect">
            <a:avLst/>
          </a:prstGeom>
          <a:noFill/>
        </p:spPr>
        <p:txBody>
          <a:bodyPr wrap="square" rtlCol="0">
            <a:spAutoFit/>
          </a:bodyPr>
          <a:lstStyle/>
          <a:p>
            <a:r>
              <a:rPr lang="en-US"/>
              <a:t>GitHub Link: </a:t>
            </a:r>
            <a:r>
              <a:rPr lang="en-US">
                <a:hlinkClick r:id="rId2"/>
              </a:rPr>
              <a:t>https://github.com/dmail5802/hackathon_competition</a:t>
            </a:r>
            <a:endParaRPr lang="en-US"/>
          </a:p>
          <a:p>
            <a:r>
              <a:rPr lang="en-US"/>
              <a:t>We used Python, JS, HTML, CSS as programming languages.</a:t>
            </a:r>
          </a:p>
        </p:txBody>
      </p:sp>
    </p:spTree>
    <p:extLst>
      <p:ext uri="{BB962C8B-B14F-4D97-AF65-F5344CB8AC3E}">
        <p14:creationId xmlns:p14="http://schemas.microsoft.com/office/powerpoint/2010/main" val="26355689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Winona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Pronob</dc:creator>
  <cp:revision>1</cp:revision>
  <dcterms:created xsi:type="dcterms:W3CDTF">2026-02-28T19:50:24Z</dcterms:created>
  <dcterms:modified xsi:type="dcterms:W3CDTF">2026-02-28T21:49:50Z</dcterms:modified>
</cp:coreProperties>
</file>